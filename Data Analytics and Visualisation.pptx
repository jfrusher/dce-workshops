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6" r:id="rId13"/>
    <p:sldId id="267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2BB6A8-8600-4A69-8551-7CBAE6DF8580}" v="4" dt="2026-06-25T08:54:19.6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9085" autoAdjust="0"/>
  </p:normalViewPr>
  <p:slideViewPr>
    <p:cSldViewPr snapToGrid="0">
      <p:cViewPr varScale="1">
        <p:scale>
          <a:sx n="65" d="100"/>
          <a:sy n="65" d="100"/>
        </p:scale>
        <p:origin x="13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Frusher (jf7g23)" userId="922a2d19-3b53-438e-b747-646904bec0e7" providerId="ADAL" clId="{5ED06E89-B953-47FE-82AF-C7A671668849}"/>
    <pc:docChg chg="undo custSel addSld delSld modSld">
      <pc:chgData name="Jacob Frusher (jf7g23)" userId="922a2d19-3b53-438e-b747-646904bec0e7" providerId="ADAL" clId="{5ED06E89-B953-47FE-82AF-C7A671668849}" dt="2026-06-25T08:54:35.896" v="5506" actId="20577"/>
      <pc:docMkLst>
        <pc:docMk/>
      </pc:docMkLst>
      <pc:sldChg chg="modSp mod">
        <pc:chgData name="Jacob Frusher (jf7g23)" userId="922a2d19-3b53-438e-b747-646904bec0e7" providerId="ADAL" clId="{5ED06E89-B953-47FE-82AF-C7A671668849}" dt="2026-06-11T10:56:08.471" v="35" actId="20577"/>
        <pc:sldMkLst>
          <pc:docMk/>
          <pc:sldMk cId="411315375" sldId="256"/>
        </pc:sldMkLst>
        <pc:spChg chg="mod">
          <ac:chgData name="Jacob Frusher (jf7g23)" userId="922a2d19-3b53-438e-b747-646904bec0e7" providerId="ADAL" clId="{5ED06E89-B953-47FE-82AF-C7A671668849}" dt="2026-06-11T10:56:08.471" v="35" actId="20577"/>
          <ac:spMkLst>
            <pc:docMk/>
            <pc:sldMk cId="411315375" sldId="256"/>
            <ac:spMk id="2" creationId="{BE31F230-1E11-42E9-4E84-2E24C2FD6A78}"/>
          </ac:spMkLst>
        </pc:spChg>
      </pc:sldChg>
      <pc:sldChg chg="addSp delSp modSp new mod modClrScheme chgLayout modNotesTx">
        <pc:chgData name="Jacob Frusher (jf7g23)" userId="922a2d19-3b53-438e-b747-646904bec0e7" providerId="ADAL" clId="{5ED06E89-B953-47FE-82AF-C7A671668849}" dt="2026-06-24T11:05:32.549" v="4576" actId="20577"/>
        <pc:sldMkLst>
          <pc:docMk/>
          <pc:sldMk cId="2714132931" sldId="257"/>
        </pc:sldMkLst>
        <pc:spChg chg="mod ord">
          <ac:chgData name="Jacob Frusher (jf7g23)" userId="922a2d19-3b53-438e-b747-646904bec0e7" providerId="ADAL" clId="{5ED06E89-B953-47FE-82AF-C7A671668849}" dt="2026-06-11T10:57:22.387" v="209" actId="700"/>
          <ac:spMkLst>
            <pc:docMk/>
            <pc:sldMk cId="2714132931" sldId="257"/>
            <ac:spMk id="2" creationId="{7F7E8B3B-6AB8-48FD-8A82-1FC47FE377EA}"/>
          </ac:spMkLst>
        </pc:spChg>
        <pc:spChg chg="mod ord">
          <ac:chgData name="Jacob Frusher (jf7g23)" userId="922a2d19-3b53-438e-b747-646904bec0e7" providerId="ADAL" clId="{5ED06E89-B953-47FE-82AF-C7A671668849}" dt="2026-06-15T09:23:28.860" v="3115" actId="20577"/>
          <ac:spMkLst>
            <pc:docMk/>
            <pc:sldMk cId="2714132931" sldId="257"/>
            <ac:spMk id="3" creationId="{B59EFE22-A7A7-1544-6242-F2448B5984EF}"/>
          </ac:spMkLst>
        </pc:spChg>
        <pc:picChg chg="add mod">
          <ac:chgData name="Jacob Frusher (jf7g23)" userId="922a2d19-3b53-438e-b747-646904bec0e7" providerId="ADAL" clId="{5ED06E89-B953-47FE-82AF-C7A671668849}" dt="2026-06-11T10:59:39.039" v="243" actId="14100"/>
          <ac:picMkLst>
            <pc:docMk/>
            <pc:sldMk cId="2714132931" sldId="257"/>
            <ac:picMk id="1026" creationId="{D6BE082C-24F3-8130-0A7A-AACB8CEDF300}"/>
          </ac:picMkLst>
        </pc:picChg>
      </pc:sldChg>
      <pc:sldChg chg="addSp delSp modSp new mod modClrScheme chgLayout modNotesTx">
        <pc:chgData name="Jacob Frusher (jf7g23)" userId="922a2d19-3b53-438e-b747-646904bec0e7" providerId="ADAL" clId="{5ED06E89-B953-47FE-82AF-C7A671668849}" dt="2026-06-24T11:05:55.465" v="4623" actId="20577"/>
        <pc:sldMkLst>
          <pc:docMk/>
          <pc:sldMk cId="2120001479" sldId="258"/>
        </pc:sldMkLst>
        <pc:spChg chg="add mod ord">
          <ac:chgData name="Jacob Frusher (jf7g23)" userId="922a2d19-3b53-438e-b747-646904bec0e7" providerId="ADAL" clId="{5ED06E89-B953-47FE-82AF-C7A671668849}" dt="2026-06-12T08:48:04.606" v="2075" actId="20577"/>
          <ac:spMkLst>
            <pc:docMk/>
            <pc:sldMk cId="2120001479" sldId="258"/>
            <ac:spMk id="5" creationId="{3E219F00-5546-686A-37CD-BC73BDFCFDB4}"/>
          </ac:spMkLst>
        </pc:spChg>
        <pc:spChg chg="add mod ord">
          <ac:chgData name="Jacob Frusher (jf7g23)" userId="922a2d19-3b53-438e-b747-646904bec0e7" providerId="ADAL" clId="{5ED06E89-B953-47FE-82AF-C7A671668849}" dt="2026-06-16T13:24:17.298" v="3902" actId="20577"/>
          <ac:spMkLst>
            <pc:docMk/>
            <pc:sldMk cId="2120001479" sldId="258"/>
            <ac:spMk id="6" creationId="{41A60586-C49D-B285-28AC-F8F78D45544E}"/>
          </ac:spMkLst>
        </pc:spChg>
        <pc:picChg chg="add mod">
          <ac:chgData name="Jacob Frusher (jf7g23)" userId="922a2d19-3b53-438e-b747-646904bec0e7" providerId="ADAL" clId="{5ED06E89-B953-47FE-82AF-C7A671668849}" dt="2026-06-16T13:24:48.259" v="3905" actId="1076"/>
          <ac:picMkLst>
            <pc:docMk/>
            <pc:sldMk cId="2120001479" sldId="258"/>
            <ac:picMk id="1026" creationId="{B20EB939-05EE-ACE4-066C-140BD97F440D}"/>
          </ac:picMkLst>
        </pc:picChg>
      </pc:sldChg>
      <pc:sldChg chg="addSp modSp new mod modNotesTx">
        <pc:chgData name="Jacob Frusher (jf7g23)" userId="922a2d19-3b53-438e-b747-646904bec0e7" providerId="ADAL" clId="{5ED06E89-B953-47FE-82AF-C7A671668849}" dt="2026-06-24T11:07:08.262" v="4766" actId="20577"/>
        <pc:sldMkLst>
          <pc:docMk/>
          <pc:sldMk cId="3290221450" sldId="259"/>
        </pc:sldMkLst>
        <pc:spChg chg="mod">
          <ac:chgData name="Jacob Frusher (jf7g23)" userId="922a2d19-3b53-438e-b747-646904bec0e7" providerId="ADAL" clId="{5ED06E89-B953-47FE-82AF-C7A671668849}" dt="2026-06-12T08:48:15.966" v="2097" actId="20577"/>
          <ac:spMkLst>
            <pc:docMk/>
            <pc:sldMk cId="3290221450" sldId="259"/>
            <ac:spMk id="2" creationId="{D494653D-853B-B685-F50B-A15B29D0BD49}"/>
          </ac:spMkLst>
        </pc:spChg>
        <pc:spChg chg="mod">
          <ac:chgData name="Jacob Frusher (jf7g23)" userId="922a2d19-3b53-438e-b747-646904bec0e7" providerId="ADAL" clId="{5ED06E89-B953-47FE-82AF-C7A671668849}" dt="2026-06-15T14:02:37.654" v="3353" actId="20577"/>
          <ac:spMkLst>
            <pc:docMk/>
            <pc:sldMk cId="3290221450" sldId="259"/>
            <ac:spMk id="3" creationId="{60BD298A-E26E-1E9B-CC2C-20F1DD1FE8EC}"/>
          </ac:spMkLst>
        </pc:spChg>
        <pc:picChg chg="add mod">
          <ac:chgData name="Jacob Frusher (jf7g23)" userId="922a2d19-3b53-438e-b747-646904bec0e7" providerId="ADAL" clId="{5ED06E89-B953-47FE-82AF-C7A671668849}" dt="2026-06-17T08:18:23.416" v="4033" actId="1076"/>
          <ac:picMkLst>
            <pc:docMk/>
            <pc:sldMk cId="3290221450" sldId="259"/>
            <ac:picMk id="6146" creationId="{D9F3B8F6-48B5-48AD-7841-0A67212FC530}"/>
          </ac:picMkLst>
        </pc:picChg>
      </pc:sldChg>
      <pc:sldChg chg="addSp modSp new mod modNotesTx">
        <pc:chgData name="Jacob Frusher (jf7g23)" userId="922a2d19-3b53-438e-b747-646904bec0e7" providerId="ADAL" clId="{5ED06E89-B953-47FE-82AF-C7A671668849}" dt="2026-06-24T11:08:34.456" v="4834" actId="20577"/>
        <pc:sldMkLst>
          <pc:docMk/>
          <pc:sldMk cId="3020945433" sldId="260"/>
        </pc:sldMkLst>
        <pc:spChg chg="mod">
          <ac:chgData name="Jacob Frusher (jf7g23)" userId="922a2d19-3b53-438e-b747-646904bec0e7" providerId="ADAL" clId="{5ED06E89-B953-47FE-82AF-C7A671668849}" dt="2026-06-12T08:48:56.936" v="2140" actId="20577"/>
          <ac:spMkLst>
            <pc:docMk/>
            <pc:sldMk cId="3020945433" sldId="260"/>
            <ac:spMk id="2" creationId="{D8DE5237-6DB5-921F-9024-DCC17951876B}"/>
          </ac:spMkLst>
        </pc:spChg>
        <pc:spChg chg="mod">
          <ac:chgData name="Jacob Frusher (jf7g23)" userId="922a2d19-3b53-438e-b747-646904bec0e7" providerId="ADAL" clId="{5ED06E89-B953-47FE-82AF-C7A671668849}" dt="2026-06-15T14:04:06.226" v="3463" actId="20577"/>
          <ac:spMkLst>
            <pc:docMk/>
            <pc:sldMk cId="3020945433" sldId="260"/>
            <ac:spMk id="3" creationId="{C57E2DE3-93F4-6CC3-49F0-2031845164C6}"/>
          </ac:spMkLst>
        </pc:spChg>
        <pc:picChg chg="add mod">
          <ac:chgData name="Jacob Frusher (jf7g23)" userId="922a2d19-3b53-438e-b747-646904bec0e7" providerId="ADAL" clId="{5ED06E89-B953-47FE-82AF-C7A671668849}" dt="2026-06-16T13:25:38.867" v="3908" actId="1076"/>
          <ac:picMkLst>
            <pc:docMk/>
            <pc:sldMk cId="3020945433" sldId="260"/>
            <ac:picMk id="2050" creationId="{2375F35C-4976-5EF0-9D20-2B5D3F8B5DC3}"/>
          </ac:picMkLst>
        </pc:picChg>
      </pc:sldChg>
      <pc:sldChg chg="addSp delSp modSp new mod modClrScheme chgLayout modNotesTx">
        <pc:chgData name="Jacob Frusher (jf7g23)" userId="922a2d19-3b53-438e-b747-646904bec0e7" providerId="ADAL" clId="{5ED06E89-B953-47FE-82AF-C7A671668849}" dt="2026-06-24T11:08:54.112" v="4894" actId="20577"/>
        <pc:sldMkLst>
          <pc:docMk/>
          <pc:sldMk cId="1462766419" sldId="261"/>
        </pc:sldMkLst>
        <pc:spChg chg="mod ord">
          <ac:chgData name="Jacob Frusher (jf7g23)" userId="922a2d19-3b53-438e-b747-646904bec0e7" providerId="ADAL" clId="{5ED06E89-B953-47FE-82AF-C7A671668849}" dt="2026-06-17T08:19:18.883" v="4034" actId="700"/>
          <ac:spMkLst>
            <pc:docMk/>
            <pc:sldMk cId="1462766419" sldId="261"/>
            <ac:spMk id="2" creationId="{C766269C-9D75-E2D4-A927-3C94438C4018}"/>
          </ac:spMkLst>
        </pc:spChg>
        <pc:spChg chg="mod ord">
          <ac:chgData name="Jacob Frusher (jf7g23)" userId="922a2d19-3b53-438e-b747-646904bec0e7" providerId="ADAL" clId="{5ED06E89-B953-47FE-82AF-C7A671668849}" dt="2026-06-17T08:19:18.922" v="4036" actId="27636"/>
          <ac:spMkLst>
            <pc:docMk/>
            <pc:sldMk cId="1462766419" sldId="261"/>
            <ac:spMk id="3" creationId="{FE7341F1-A702-5D64-4561-530787081608}"/>
          </ac:spMkLst>
        </pc:spChg>
        <pc:picChg chg="add mod">
          <ac:chgData name="Jacob Frusher (jf7g23)" userId="922a2d19-3b53-438e-b747-646904bec0e7" providerId="ADAL" clId="{5ED06E89-B953-47FE-82AF-C7A671668849}" dt="2026-06-17T08:20:16.319" v="4040" actId="14100"/>
          <ac:picMkLst>
            <pc:docMk/>
            <pc:sldMk cId="1462766419" sldId="261"/>
            <ac:picMk id="7172" creationId="{1ECC0533-AB0E-8242-71D4-C2BAFE76FBC9}"/>
          </ac:picMkLst>
        </pc:picChg>
      </pc:sldChg>
      <pc:sldChg chg="modSp new add del mod modNotesTx">
        <pc:chgData name="Jacob Frusher (jf7g23)" userId="922a2d19-3b53-438e-b747-646904bec0e7" providerId="ADAL" clId="{5ED06E89-B953-47FE-82AF-C7A671668849}" dt="2026-06-24T11:09:33.360" v="5067" actId="20577"/>
        <pc:sldMkLst>
          <pc:docMk/>
          <pc:sldMk cId="3706190807" sldId="262"/>
        </pc:sldMkLst>
        <pc:spChg chg="mod">
          <ac:chgData name="Jacob Frusher (jf7g23)" userId="922a2d19-3b53-438e-b747-646904bec0e7" providerId="ADAL" clId="{5ED06E89-B953-47FE-82AF-C7A671668849}" dt="2026-06-12T08:49:23.701" v="2186" actId="20577"/>
          <ac:spMkLst>
            <pc:docMk/>
            <pc:sldMk cId="3706190807" sldId="262"/>
            <ac:spMk id="2" creationId="{3960AADF-F9BA-F67C-3FE0-F0E140D73612}"/>
          </ac:spMkLst>
        </pc:spChg>
        <pc:spChg chg="mod">
          <ac:chgData name="Jacob Frusher (jf7g23)" userId="922a2d19-3b53-438e-b747-646904bec0e7" providerId="ADAL" clId="{5ED06E89-B953-47FE-82AF-C7A671668849}" dt="2026-06-15T12:35:01.016" v="3123" actId="27636"/>
          <ac:spMkLst>
            <pc:docMk/>
            <pc:sldMk cId="3706190807" sldId="262"/>
            <ac:spMk id="3" creationId="{8EB5489B-D6D3-0D7B-4514-391B1CFC5312}"/>
          </ac:spMkLst>
        </pc:spChg>
      </pc:sldChg>
      <pc:sldChg chg="addSp modSp new add del mod modNotesTx">
        <pc:chgData name="Jacob Frusher (jf7g23)" userId="922a2d19-3b53-438e-b747-646904bec0e7" providerId="ADAL" clId="{5ED06E89-B953-47FE-82AF-C7A671668849}" dt="2026-06-24T11:09:51.305" v="5157" actId="20577"/>
        <pc:sldMkLst>
          <pc:docMk/>
          <pc:sldMk cId="2937003554" sldId="263"/>
        </pc:sldMkLst>
        <pc:spChg chg="mod">
          <ac:chgData name="Jacob Frusher (jf7g23)" userId="922a2d19-3b53-438e-b747-646904bec0e7" providerId="ADAL" clId="{5ED06E89-B953-47FE-82AF-C7A671668849}" dt="2026-06-12T08:49:44.517" v="2237" actId="20577"/>
          <ac:spMkLst>
            <pc:docMk/>
            <pc:sldMk cId="2937003554" sldId="263"/>
            <ac:spMk id="2" creationId="{9109B63B-9F1C-4074-4ABD-9D033733D5C9}"/>
          </ac:spMkLst>
        </pc:spChg>
        <pc:spChg chg="mod">
          <ac:chgData name="Jacob Frusher (jf7g23)" userId="922a2d19-3b53-438e-b747-646904bec0e7" providerId="ADAL" clId="{5ED06E89-B953-47FE-82AF-C7A671668849}" dt="2026-06-15T14:05:23.892" v="3651" actId="20577"/>
          <ac:spMkLst>
            <pc:docMk/>
            <pc:sldMk cId="2937003554" sldId="263"/>
            <ac:spMk id="3" creationId="{F692A758-B8FE-0F6F-B70D-2FB912C363A5}"/>
          </ac:spMkLst>
        </pc:spChg>
        <pc:picChg chg="add mod">
          <ac:chgData name="Jacob Frusher (jf7g23)" userId="922a2d19-3b53-438e-b747-646904bec0e7" providerId="ADAL" clId="{5ED06E89-B953-47FE-82AF-C7A671668849}" dt="2026-06-16T13:26:57.875" v="4017" actId="1076"/>
          <ac:picMkLst>
            <pc:docMk/>
            <pc:sldMk cId="2937003554" sldId="263"/>
            <ac:picMk id="4" creationId="{DC4A548D-D127-0F9A-0576-C6624173F6DB}"/>
          </ac:picMkLst>
        </pc:picChg>
        <pc:picChg chg="add mod">
          <ac:chgData name="Jacob Frusher (jf7g23)" userId="922a2d19-3b53-438e-b747-646904bec0e7" providerId="ADAL" clId="{5ED06E89-B953-47FE-82AF-C7A671668849}" dt="2026-06-16T13:26:46.036" v="4013" actId="1076"/>
          <ac:picMkLst>
            <pc:docMk/>
            <pc:sldMk cId="2937003554" sldId="263"/>
            <ac:picMk id="3074" creationId="{7F7DA199-AB08-FD46-E4EC-FBA76D93DB7D}"/>
          </ac:picMkLst>
        </pc:picChg>
      </pc:sldChg>
      <pc:sldChg chg="addSp modSp new add del mod modNotesTx">
        <pc:chgData name="Jacob Frusher (jf7g23)" userId="922a2d19-3b53-438e-b747-646904bec0e7" providerId="ADAL" clId="{5ED06E89-B953-47FE-82AF-C7A671668849}" dt="2026-06-24T11:11:00.608" v="5369" actId="20577"/>
        <pc:sldMkLst>
          <pc:docMk/>
          <pc:sldMk cId="3120010224" sldId="264"/>
        </pc:sldMkLst>
        <pc:spChg chg="mod">
          <ac:chgData name="Jacob Frusher (jf7g23)" userId="922a2d19-3b53-438e-b747-646904bec0e7" providerId="ADAL" clId="{5ED06E89-B953-47FE-82AF-C7A671668849}" dt="2026-06-12T08:50:01.439" v="2263" actId="20577"/>
          <ac:spMkLst>
            <pc:docMk/>
            <pc:sldMk cId="3120010224" sldId="264"/>
            <ac:spMk id="2" creationId="{9BF878BC-DDBD-573B-EB4C-FDD4B1065E2E}"/>
          </ac:spMkLst>
        </pc:spChg>
        <pc:spChg chg="mod">
          <ac:chgData name="Jacob Frusher (jf7g23)" userId="922a2d19-3b53-438e-b747-646904bec0e7" providerId="ADAL" clId="{5ED06E89-B953-47FE-82AF-C7A671668849}" dt="2026-06-15T14:09:16.131" v="3833" actId="20577"/>
          <ac:spMkLst>
            <pc:docMk/>
            <pc:sldMk cId="3120010224" sldId="264"/>
            <ac:spMk id="3" creationId="{62C63C2D-7463-55B0-DE57-40E1F6847508}"/>
          </ac:spMkLst>
        </pc:spChg>
        <pc:picChg chg="add mod">
          <ac:chgData name="Jacob Frusher (jf7g23)" userId="922a2d19-3b53-438e-b747-646904bec0e7" providerId="ADAL" clId="{5ED06E89-B953-47FE-82AF-C7A671668849}" dt="2026-06-16T13:28:32.026" v="4029" actId="14100"/>
          <ac:picMkLst>
            <pc:docMk/>
            <pc:sldMk cId="3120010224" sldId="264"/>
            <ac:picMk id="5122" creationId="{BE13C78E-479F-ED16-61F0-6A1BB33D1A18}"/>
          </ac:picMkLst>
        </pc:picChg>
        <pc:picChg chg="add mod">
          <ac:chgData name="Jacob Frusher (jf7g23)" userId="922a2d19-3b53-438e-b747-646904bec0e7" providerId="ADAL" clId="{5ED06E89-B953-47FE-82AF-C7A671668849}" dt="2026-06-16T13:28:22.055" v="4027" actId="1076"/>
          <ac:picMkLst>
            <pc:docMk/>
            <pc:sldMk cId="3120010224" sldId="264"/>
            <ac:picMk id="5124" creationId="{71557E77-7CC0-7304-D06D-39C056D4A27C}"/>
          </ac:picMkLst>
        </pc:picChg>
      </pc:sldChg>
      <pc:sldChg chg="addSp modSp new mod modNotesTx">
        <pc:chgData name="Jacob Frusher (jf7g23)" userId="922a2d19-3b53-438e-b747-646904bec0e7" providerId="ADAL" clId="{5ED06E89-B953-47FE-82AF-C7A671668849}" dt="2026-06-24T11:10:28.694" v="5249" actId="20577"/>
        <pc:sldMkLst>
          <pc:docMk/>
          <pc:sldMk cId="2327864171" sldId="265"/>
        </pc:sldMkLst>
        <pc:spChg chg="mod">
          <ac:chgData name="Jacob Frusher (jf7g23)" userId="922a2d19-3b53-438e-b747-646904bec0e7" providerId="ADAL" clId="{5ED06E89-B953-47FE-82AF-C7A671668849}" dt="2026-06-12T15:22:16.094" v="3111" actId="20577"/>
          <ac:spMkLst>
            <pc:docMk/>
            <pc:sldMk cId="2327864171" sldId="265"/>
            <ac:spMk id="2" creationId="{1A2EA223-1FD3-23BB-14D8-6552C6234F90}"/>
          </ac:spMkLst>
        </pc:spChg>
        <pc:spChg chg="mod">
          <ac:chgData name="Jacob Frusher (jf7g23)" userId="922a2d19-3b53-438e-b747-646904bec0e7" providerId="ADAL" clId="{5ED06E89-B953-47FE-82AF-C7A671668849}" dt="2026-06-15T14:09:40.096" v="3900" actId="313"/>
          <ac:spMkLst>
            <pc:docMk/>
            <pc:sldMk cId="2327864171" sldId="265"/>
            <ac:spMk id="3" creationId="{314A0297-1A5F-4D39-0E55-1FA1AC58887A}"/>
          </ac:spMkLst>
        </pc:spChg>
        <pc:picChg chg="add mod">
          <ac:chgData name="Jacob Frusher (jf7g23)" userId="922a2d19-3b53-438e-b747-646904bec0e7" providerId="ADAL" clId="{5ED06E89-B953-47FE-82AF-C7A671668849}" dt="2026-06-16T13:27:26.913" v="4020" actId="1076"/>
          <ac:picMkLst>
            <pc:docMk/>
            <pc:sldMk cId="2327864171" sldId="265"/>
            <ac:picMk id="4098" creationId="{927E8BDA-9A8A-759E-8DD0-75AA7D8D10D5}"/>
          </ac:picMkLst>
        </pc:picChg>
      </pc:sldChg>
      <pc:sldChg chg="addSp modSp new mod modNotesTx">
        <pc:chgData name="Jacob Frusher (jf7g23)" userId="922a2d19-3b53-438e-b747-646904bec0e7" providerId="ADAL" clId="{5ED06E89-B953-47FE-82AF-C7A671668849}" dt="2026-06-24T11:11:38.938" v="5446" actId="20577"/>
        <pc:sldMkLst>
          <pc:docMk/>
          <pc:sldMk cId="3445945217" sldId="266"/>
        </pc:sldMkLst>
        <pc:spChg chg="mod">
          <ac:chgData name="Jacob Frusher (jf7g23)" userId="922a2d19-3b53-438e-b747-646904bec0e7" providerId="ADAL" clId="{5ED06E89-B953-47FE-82AF-C7A671668849}" dt="2026-06-19T06:22:35.128" v="4357" actId="313"/>
          <ac:spMkLst>
            <pc:docMk/>
            <pc:sldMk cId="3445945217" sldId="266"/>
            <ac:spMk id="2" creationId="{B64D1452-323D-243D-E40F-0F38FAC49B79}"/>
          </ac:spMkLst>
        </pc:spChg>
        <pc:spChg chg="mod">
          <ac:chgData name="Jacob Frusher (jf7g23)" userId="922a2d19-3b53-438e-b747-646904bec0e7" providerId="ADAL" clId="{5ED06E89-B953-47FE-82AF-C7A671668849}" dt="2026-06-19T06:22:42.740" v="4359" actId="313"/>
          <ac:spMkLst>
            <pc:docMk/>
            <pc:sldMk cId="3445945217" sldId="266"/>
            <ac:spMk id="3" creationId="{5C848F38-E634-3D18-808C-8AF69FEFFBD7}"/>
          </ac:spMkLst>
        </pc:spChg>
        <pc:picChg chg="add mod">
          <ac:chgData name="Jacob Frusher (jf7g23)" userId="922a2d19-3b53-438e-b747-646904bec0e7" providerId="ADAL" clId="{5ED06E89-B953-47FE-82AF-C7A671668849}" dt="2026-06-19T06:22:27.879" v="4355" actId="1036"/>
          <ac:picMkLst>
            <pc:docMk/>
            <pc:sldMk cId="3445945217" sldId="266"/>
            <ac:picMk id="8194" creationId="{FFF2B5AA-568A-BF1F-C472-D777C78F653F}"/>
          </ac:picMkLst>
        </pc:picChg>
      </pc:sldChg>
      <pc:sldChg chg="modSp new mod modNotesTx">
        <pc:chgData name="Jacob Frusher (jf7g23)" userId="922a2d19-3b53-438e-b747-646904bec0e7" providerId="ADAL" clId="{5ED06E89-B953-47FE-82AF-C7A671668849}" dt="2026-06-24T11:11:48.662" v="5474" actId="20577"/>
        <pc:sldMkLst>
          <pc:docMk/>
          <pc:sldMk cId="821532332" sldId="267"/>
        </pc:sldMkLst>
        <pc:spChg chg="mod">
          <ac:chgData name="Jacob Frusher (jf7g23)" userId="922a2d19-3b53-438e-b747-646904bec0e7" providerId="ADAL" clId="{5ED06E89-B953-47FE-82AF-C7A671668849}" dt="2026-06-19T06:23:03.980" v="4360"/>
          <ac:spMkLst>
            <pc:docMk/>
            <pc:sldMk cId="821532332" sldId="267"/>
            <ac:spMk id="2" creationId="{8883C09A-2285-6393-FA2A-0FC6B0335D0F}"/>
          </ac:spMkLst>
        </pc:spChg>
        <pc:spChg chg="mod">
          <ac:chgData name="Jacob Frusher (jf7g23)" userId="922a2d19-3b53-438e-b747-646904bec0e7" providerId="ADAL" clId="{5ED06E89-B953-47FE-82AF-C7A671668849}" dt="2026-06-19T08:48:38.110" v="4529" actId="20577"/>
          <ac:spMkLst>
            <pc:docMk/>
            <pc:sldMk cId="821532332" sldId="267"/>
            <ac:spMk id="3" creationId="{AB6E6B1F-69C5-1556-831E-78D36F0F2684}"/>
          </ac:spMkLst>
        </pc:spChg>
      </pc:sldChg>
      <pc:sldChg chg="addSp delSp modSp new del mod">
        <pc:chgData name="Jacob Frusher (jf7g23)" userId="922a2d19-3b53-438e-b747-646904bec0e7" providerId="ADAL" clId="{5ED06E89-B953-47FE-82AF-C7A671668849}" dt="2026-06-24T12:09:10.574" v="5483" actId="2696"/>
        <pc:sldMkLst>
          <pc:docMk/>
          <pc:sldMk cId="1683860136" sldId="268"/>
        </pc:sldMkLst>
        <pc:spChg chg="del mod">
          <ac:chgData name="Jacob Frusher (jf7g23)" userId="922a2d19-3b53-438e-b747-646904bec0e7" providerId="ADAL" clId="{5ED06E89-B953-47FE-82AF-C7A671668849}" dt="2026-06-24T12:08:55.196" v="5480" actId="478"/>
          <ac:spMkLst>
            <pc:docMk/>
            <pc:sldMk cId="1683860136" sldId="268"/>
            <ac:spMk id="3" creationId="{DE59A190-8DA1-7874-66A1-FCCDA1043316}"/>
          </ac:spMkLst>
        </pc:spChg>
        <pc:spChg chg="add del">
          <ac:chgData name="Jacob Frusher (jf7g23)" userId="922a2d19-3b53-438e-b747-646904bec0e7" providerId="ADAL" clId="{5ED06E89-B953-47FE-82AF-C7A671668849}" dt="2026-06-24T12:08:58.882" v="5482" actId="22"/>
          <ac:spMkLst>
            <pc:docMk/>
            <pc:sldMk cId="1683860136" sldId="268"/>
            <ac:spMk id="5" creationId="{E0A45AFD-CB99-0572-54A2-6F07EA85C717}"/>
          </ac:spMkLst>
        </pc:spChg>
      </pc:sldChg>
      <pc:sldChg chg="add">
        <pc:chgData name="Jacob Frusher (jf7g23)" userId="922a2d19-3b53-438e-b747-646904bec0e7" providerId="ADAL" clId="{5ED06E89-B953-47FE-82AF-C7A671668849}" dt="2026-06-24T12:09:12.278" v="5484"/>
        <pc:sldMkLst>
          <pc:docMk/>
          <pc:sldMk cId="2319522517" sldId="271"/>
        </pc:sldMkLst>
      </pc:sldChg>
      <pc:sldChg chg="modSp new mod">
        <pc:chgData name="Jacob Frusher (jf7g23)" userId="922a2d19-3b53-438e-b747-646904bec0e7" providerId="ADAL" clId="{5ED06E89-B953-47FE-82AF-C7A671668849}" dt="2026-06-25T08:54:35.896" v="5506" actId="20577"/>
        <pc:sldMkLst>
          <pc:docMk/>
          <pc:sldMk cId="3793660468" sldId="272"/>
        </pc:sldMkLst>
        <pc:spChg chg="mod">
          <ac:chgData name="Jacob Frusher (jf7g23)" userId="922a2d19-3b53-438e-b747-646904bec0e7" providerId="ADAL" clId="{5ED06E89-B953-47FE-82AF-C7A671668849}" dt="2026-06-25T08:54:35.896" v="5506" actId="20577"/>
          <ac:spMkLst>
            <pc:docMk/>
            <pc:sldMk cId="3793660468" sldId="272"/>
            <ac:spMk id="2" creationId="{54AE8E8B-A08E-A555-D18D-072EFC0EE7F4}"/>
          </ac:spMkLst>
        </pc:spChg>
        <pc:spChg chg="mod">
          <ac:chgData name="Jacob Frusher (jf7g23)" userId="922a2d19-3b53-438e-b747-646904bec0e7" providerId="ADAL" clId="{5ED06E89-B953-47FE-82AF-C7A671668849}" dt="2026-06-25T08:54:29.969" v="5487" actId="2711"/>
          <ac:spMkLst>
            <pc:docMk/>
            <pc:sldMk cId="3793660468" sldId="272"/>
            <ac:spMk id="3" creationId="{C6203A91-ADAD-AFE8-60DD-BC5EFE0A16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3075F6-C38E-4444-AE41-F4C818FFD5EF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7D1318-2D75-4CB8-9F3C-8E44D3114C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2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D1318-2D75-4CB8-9F3C-8E44D3114CE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2007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 the context of this and the outcomes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D1318-2D75-4CB8-9F3C-8E44D3114CE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763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 the telemetry we’ve got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D1318-2D75-4CB8-9F3C-8E44D3114CE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0145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 that data is real and has all these things, explain the implications of overwriting. But the need for clean rows for stats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D1318-2D75-4CB8-9F3C-8E44D3114CE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066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Create engineered features and look for any statistical correlation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D1318-2D75-4CB8-9F3C-8E44D3114CE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67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Explain the Fourier spectrum and its uses to remove noise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D1318-2D75-4CB8-9F3C-8E44D3114CE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1005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Talk about creating engineered features and normalisation to make things comparable such as vibration may go up but it stays proportional to rpm so might actually be safe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D1318-2D75-4CB8-9F3C-8E44D3114CE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195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Acknowledge drift and account for it, allow variation but normalise long term drift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D1318-2D75-4CB8-9F3C-8E44D3114CE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4231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Rate algorithmic solutions and understand </a:t>
            </a:r>
            <a:r>
              <a:rPr lang="en-GB" dirty="0" err="1"/>
              <a:t>tradeoffs</a:t>
            </a:r>
            <a:r>
              <a:rPr lang="en-GB" dirty="0"/>
              <a:t> etc, interactive get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D1318-2D75-4CB8-9F3C-8E44D3114CE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6794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risk-based threshold gives professional liability to the engineer that signed off on it, auditability, get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D1318-2D75-4CB8-9F3C-8E44D3114CE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1095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4.5% of the population, best practice and also helps with B/W printing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D1318-2D75-4CB8-9F3C-8E44D3114CE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0530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Get examples in for this too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D1318-2D75-4CB8-9F3C-8E44D3114CE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672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12358-323C-7242-A5DF-7EE18E781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903596-2197-CD0D-7A67-3539DB75D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F9119-3B20-4425-6A48-316D8E6A7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D9A5-0260-4178-956F-95FE87A6830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F3CA2-4993-5EDD-582F-69424B24A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757FA-CCE0-8E54-031E-FCEC2B8D0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86047-6093-470D-9990-75446CC39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852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3C461-1504-2B95-DB4E-1121C3198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BE37B-F261-2197-1ECA-673C150D1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9C469-C83C-A9C6-713E-B3505C326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D9A5-0260-4178-956F-95FE87A6830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7D759-F7C7-CDBE-F94B-7B6F7F8DD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E3CC8-3E58-83C0-142F-78D2CBCF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86047-6093-470D-9990-75446CC39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416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7EDBB-53E2-9811-18FA-B4DFBDA40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86B34-2F16-93E5-85E7-4484E7C0F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E8579-181D-1548-9EDC-3BA5A0CA0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D9A5-0260-4178-956F-95FE87A6830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160C6-4023-CD7D-C312-817A7E2B4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6AB53-2B54-C8D1-C597-15D22AA4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86047-6093-470D-9990-75446CC39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85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1FD4F-FBD9-022D-ACB9-6B0CA4B98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5CE59-E660-D07F-50D8-64E1B6719F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13FA0-A7EB-95D0-18E7-1F4F81F73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25EBD-1F3F-FE1F-77C3-7B248F02D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D9A5-0260-4178-956F-95FE87A6830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16436-ED3D-0B95-B57A-6B8937B24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BEED5-A749-6DC5-AC99-2599A371A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86047-6093-470D-9990-75446CC39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4648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EEFF-B564-C7FD-8BEB-2804D0344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8213D-8689-DF51-F12C-5BB82D750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2B34E7-8186-B9F5-BEB6-72BF95C7D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CD5AB0-BD7D-8F3B-56F2-E2A46B2D83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29D5C2-D898-8557-DFF0-8D121BDACB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2E9A6C-AF1C-6CBC-F33C-4129B5EEE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D9A5-0260-4178-956F-95FE87A6830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4C66D2-2D60-B714-5A62-E3162DC80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CDBF60-4FA0-EBD4-5DAA-4A47B7EAA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86047-6093-470D-9990-75446CC39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466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64BB3-D8D1-B3B4-9250-F2C5B64C2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A42214-B9B0-BF5A-5DCF-0BFA596D8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D9A5-0260-4178-956F-95FE87A6830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DE9C9-E029-9B0E-09F4-3675A2F50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02404-71AB-3381-9AF8-225A1C71D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86047-6093-470D-9990-75446CC39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4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C0FBC9-1D37-B386-3312-7C4813F91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D9A5-0260-4178-956F-95FE87A6830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BE3FED-8B26-7821-FFE5-A59BF1992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A2A33-8378-B7B5-19AC-157A8199D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86047-6093-470D-9990-75446CC39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5324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DB106-5229-8839-4DBA-C2843B0B3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DAB2E-8993-9F4B-09D2-BF1DBA7A9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3649A6-EC91-3F1A-A5B7-E19F0E4D0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3EF87-80B2-2744-03EF-EF942C45E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D9A5-0260-4178-956F-95FE87A6830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C97375-D631-9B44-6352-1B9AD9620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E8D80-B4C6-B714-AF31-3CCFE850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86047-6093-470D-9990-75446CC39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2518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B15E9-2CC0-8AEE-3AD3-8DDC959A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2108CE-B871-3414-5CA5-8A641664A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52F15-F146-1926-8BAB-12A926640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64A26-F5DC-B27D-9D30-0032F55A3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D9A5-0260-4178-956F-95FE87A6830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8A7EA-D078-8382-0E2A-84B0B7971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8847A-48E0-330D-2613-AD626734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86047-6093-470D-9990-75446CC39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794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94C51-A411-0E13-A37F-BC2643617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990080-BD4C-04A8-33C3-1B7574C11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35568-3100-C7D3-5F57-3A116FA4C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D9A5-0260-4178-956F-95FE87A6830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51072-4A9B-AFD1-E788-939121816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967A4-04FF-82F6-A4FC-A51EB1141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86047-6093-470D-9990-75446CC39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886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18AB2C-3936-6F35-BA62-61CA64212D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DBA472-7EDF-2396-679F-47C2D5330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CCBC3-2DB7-5696-59E8-06B1B0AD4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5D9A5-0260-4178-956F-95FE87A6830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26251-FCA8-94BD-40F8-65A49CB52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AB6F3-A743-CD01-27E4-97B9BFD7F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86047-6093-470D-9990-75446CC39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266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EE4F6-A947-ACD8-7624-5110D194B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0789C6-9B0C-7F87-B91A-B7F59B67F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64A0D-618A-CD24-DFC9-2A5934EC2E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D5D9A5-0260-4178-956F-95FE87A68303}" type="datetimeFigureOut">
              <a:rPr lang="en-GB" smtClean="0"/>
              <a:t>23/06/2026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9EEB8-0C59-665A-9A62-31D332C330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9D62E-73BE-CE71-66B2-C095BC4BE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086047-6093-470D-9990-75446CC398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020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1F230-1E11-42E9-4E84-2E24C2FD6A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Data Analytics and Visualisation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071537-CE43-A963-AD06-3BAEBA4DEF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315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E8E8B-A08E-A555-D18D-072EFC0EE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Download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03A91-ADAD-AFE8-60DD-BC5EFE0A1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nsolas" panose="020B0609020204030204" pitchFamily="49" charset="0"/>
              </a:rPr>
              <a:t>git clone https://github.com/JFrusher/DCE-code-workshops.git</a:t>
            </a:r>
          </a:p>
          <a:p>
            <a:r>
              <a:rPr lang="en-GB" dirty="0">
                <a:latin typeface="Consolas" panose="020B0609020204030204" pitchFamily="49" charset="0"/>
              </a:rPr>
              <a:t>cd DCE-code-workshops</a:t>
            </a:r>
          </a:p>
          <a:p>
            <a:r>
              <a:rPr lang="en-GB" dirty="0">
                <a:latin typeface="Consolas" panose="020B0609020204030204" pitchFamily="49" charset="0"/>
              </a:rPr>
              <a:t>pip install -r requirements.txt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3660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E8B3B-6AB8-48FD-8A82-1FC47FE37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EFE22-A7A7-1544-6242-F2448B5984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You are an engineer hired by </a:t>
            </a:r>
            <a:r>
              <a:rPr lang="en-GB" dirty="0" err="1"/>
              <a:t>Spinny</a:t>
            </a:r>
            <a:r>
              <a:rPr lang="en-GB" dirty="0"/>
              <a:t> things Ltd to analyse turbine sensor data and help determine which of their wind turbines to do preventative maintenance on.</a:t>
            </a:r>
          </a:p>
        </p:txBody>
      </p:sp>
      <p:pic>
        <p:nvPicPr>
          <p:cNvPr id="1026" name="Picture 2" descr="Fundamentals of Wind Turbines | Wind Systems Magazine">
            <a:extLst>
              <a:ext uri="{FF2B5EF4-FFF2-40B4-BE49-F238E27FC236}">
                <a16:creationId xmlns:a16="http://schemas.microsoft.com/office/drawing/2014/main" id="{D6BE082C-24F3-8130-0A7A-AACB8CEDF30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954445"/>
            <a:ext cx="5486400" cy="4093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4132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219F00-5546-686A-37CD-BC73BDFCF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Ingestion and Schema Verification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A60586-C49D-B285-28AC-F8F78D455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Ingest time-series CSV telemetry</a:t>
            </a:r>
          </a:p>
          <a:p>
            <a:r>
              <a:rPr lang="en-GB" dirty="0"/>
              <a:t>Audit column data types between environmental vectors and asset response indicators</a:t>
            </a:r>
          </a:p>
          <a:p>
            <a:r>
              <a:rPr lang="en-GB" dirty="0"/>
              <a:t>Identify schema to cross examine structural shape and memory footprint</a:t>
            </a:r>
          </a:p>
        </p:txBody>
      </p:sp>
      <p:pic>
        <p:nvPicPr>
          <p:cNvPr id="1026" name="Picture 2" descr="01 - DB Schema and Functionality Plan | Laravel Daily">
            <a:extLst>
              <a:ext uri="{FF2B5EF4-FFF2-40B4-BE49-F238E27FC236}">
                <a16:creationId xmlns:a16="http://schemas.microsoft.com/office/drawing/2014/main" id="{B20EB939-05EE-ACE4-066C-140BD97F4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0062" y="3717786"/>
            <a:ext cx="4811590" cy="2931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001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4653D-853B-B685-F50B-A15B29D0B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Missing Data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D298A-E26E-1E9B-CC2C-20F1DD1FE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Telemetry dropouts are data themselves</a:t>
            </a:r>
          </a:p>
          <a:p>
            <a:pPr lvl="1"/>
            <a:r>
              <a:rPr lang="en-GB" dirty="0"/>
              <a:t>Dropping rows can erase evidence of asset failure</a:t>
            </a:r>
          </a:p>
          <a:p>
            <a:r>
              <a:rPr lang="en-GB" dirty="0"/>
              <a:t>Never blindly overwrite missing values</a:t>
            </a:r>
          </a:p>
          <a:p>
            <a:pPr lvl="1"/>
            <a:r>
              <a:rPr lang="en-GB" dirty="0"/>
              <a:t>Create a categorical marker column to flag dropout rows</a:t>
            </a:r>
          </a:p>
          <a:p>
            <a:r>
              <a:rPr lang="en-GB" dirty="0"/>
              <a:t>Isolate clean rows for stats</a:t>
            </a:r>
          </a:p>
        </p:txBody>
      </p:sp>
      <p:pic>
        <p:nvPicPr>
          <p:cNvPr id="6146" name="Picture 2" descr="REPLACING ABS/WHEEL SPEED SENSOR AND IT BROKE OFF INSIDE KNUCKLE?! - EASY  FIX VSA ABS LIGHTS ON - YouTube">
            <a:extLst>
              <a:ext uri="{FF2B5EF4-FFF2-40B4-BE49-F238E27FC236}">
                <a16:creationId xmlns:a16="http://schemas.microsoft.com/office/drawing/2014/main" id="{D9F3B8F6-48B5-48AD-7841-0A67212FC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0523" y="3651737"/>
            <a:ext cx="3938954" cy="295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0221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E5237-6DB5-921F-9024-DCC179518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Multi-Variable Relationship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E2DE3-93F4-6CC3-49F0-203184516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Map physics to position, colour, point sizes</a:t>
            </a:r>
          </a:p>
          <a:p>
            <a:r>
              <a:rPr lang="en-GB" dirty="0"/>
              <a:t>Expose ambient vs operational heat etc</a:t>
            </a:r>
          </a:p>
          <a:p>
            <a:r>
              <a:rPr lang="en-GB" dirty="0"/>
              <a:t>Use the X,Y,Z axis as well as size, colour and labels to embellish datasets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2050" name="Picture 2" descr="Combined multi-type variables correlation matrix containing the highest...  | Download Scientific Diagram">
            <a:extLst>
              <a:ext uri="{FF2B5EF4-FFF2-40B4-BE49-F238E27FC236}">
                <a16:creationId xmlns:a16="http://schemas.microsoft.com/office/drawing/2014/main" id="{2375F35C-4976-5EF0-9D20-2B5D3F8B5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37" y="3429000"/>
            <a:ext cx="4048125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0945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6269C-9D75-E2D4-A927-3C94438C4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341F1-A702-5D64-4561-5307870816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Sensor errors can violate physical limits so we can apply physics based limits and checks</a:t>
            </a:r>
          </a:p>
          <a:p>
            <a:r>
              <a:rPr lang="en-GB" dirty="0"/>
              <a:t>We can apply IQR based or rolling filters to steady spikes and faulty signals</a:t>
            </a:r>
          </a:p>
          <a:p>
            <a:r>
              <a:rPr lang="en-GB" dirty="0"/>
              <a:t>We can also use Fourier transforms to apply filters to specific domains within the frequency spectrum</a:t>
            </a:r>
          </a:p>
        </p:txBody>
      </p:sp>
      <p:pic>
        <p:nvPicPr>
          <p:cNvPr id="7172" name="Picture 4" descr="46 filtering – Time Series Analysis">
            <a:extLst>
              <a:ext uri="{FF2B5EF4-FFF2-40B4-BE49-F238E27FC236}">
                <a16:creationId xmlns:a16="http://schemas.microsoft.com/office/drawing/2014/main" id="{1ECC0533-AB0E-8242-71D4-C2BAFE76FBC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277" y="1397291"/>
            <a:ext cx="5357446" cy="5208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2766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AADF-F9BA-F67C-3FE0-F0E140D73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Dimensionless Normalisation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5489B-D6D3-0D7B-4514-391B1CFC5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High RPM naturally drives vibration</a:t>
            </a:r>
          </a:p>
          <a:p>
            <a:r>
              <a:rPr lang="en-GB" dirty="0"/>
              <a:t>Absolute values can hide wear</a:t>
            </a:r>
          </a:p>
          <a:p>
            <a:r>
              <a:rPr lang="en-GB" dirty="0"/>
              <a:t>Engineers a physics-informed ratio metric</a:t>
            </a:r>
          </a:p>
          <a:p>
            <a:r>
              <a:rPr lang="en-GB" dirty="0"/>
              <a:t>Smooth local noise using rolling averages</a:t>
            </a:r>
          </a:p>
        </p:txBody>
      </p:sp>
    </p:spTree>
    <p:extLst>
      <p:ext uri="{BB962C8B-B14F-4D97-AF65-F5344CB8AC3E}">
        <p14:creationId xmlns:p14="http://schemas.microsoft.com/office/powerpoint/2010/main" val="3706190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9B63B-9F1C-4074-4ABD-9D033733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Isolating Drift via Linear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2A758-B8FE-0F6F-B70D-2FB912C3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Fit mathematical lines to time-series</a:t>
            </a:r>
          </a:p>
          <a:p>
            <a:r>
              <a:rPr lang="en-GB" dirty="0"/>
              <a:t>Extract slope as degradation speed</a:t>
            </a:r>
          </a:p>
          <a:p>
            <a:r>
              <a:rPr lang="en-GB" dirty="0"/>
              <a:t>Set up a time offset index to serve as an independent variable for trend fitting</a:t>
            </a:r>
          </a:p>
          <a:p>
            <a:endParaRPr lang="en-GB" dirty="0"/>
          </a:p>
        </p:txBody>
      </p:sp>
      <p:pic>
        <p:nvPicPr>
          <p:cNvPr id="3074" name="Picture 2" descr="Error Correction Model in Time Series Regression | Meng Hu's Blog">
            <a:extLst>
              <a:ext uri="{FF2B5EF4-FFF2-40B4-BE49-F238E27FC236}">
                <a16:creationId xmlns:a16="http://schemas.microsoft.com/office/drawing/2014/main" id="{7F7DA199-AB08-FD46-E4EC-FBA76D93D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3605213"/>
            <a:ext cx="3705225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Error Correction Model in Time Series Regression | Meng Hu's Blog">
            <a:extLst>
              <a:ext uri="{FF2B5EF4-FFF2-40B4-BE49-F238E27FC236}">
                <a16:creationId xmlns:a16="http://schemas.microsoft.com/office/drawing/2014/main" id="{DC4A548D-D127-0F9A-0576-C6624173F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850" y="3429000"/>
            <a:ext cx="4940299" cy="342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7003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EA223-1FD3-23BB-14D8-6552C6234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Algorithmic Accountability and Decision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A0297-1A5F-4D39-0E55-1FA1AC588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Data-centric traceability</a:t>
            </a:r>
          </a:p>
          <a:p>
            <a:r>
              <a:rPr lang="en-GB" dirty="0"/>
              <a:t>Consider </a:t>
            </a:r>
            <a:r>
              <a:rPr lang="en-GB" dirty="0" err="1"/>
              <a:t>tradeoffs</a:t>
            </a:r>
            <a:r>
              <a:rPr lang="en-GB" dirty="0"/>
              <a:t> – cost, delays, impact of failure, etc</a:t>
            </a:r>
          </a:p>
          <a:p>
            <a:r>
              <a:rPr lang="en-GB" dirty="0"/>
              <a:t>Decisions sometimes involve factors that can’t be parametrised </a:t>
            </a:r>
          </a:p>
          <a:p>
            <a:endParaRPr lang="en-GB" dirty="0"/>
          </a:p>
        </p:txBody>
      </p:sp>
      <p:pic>
        <p:nvPicPr>
          <p:cNvPr id="4098" name="Picture 2" descr="Pugh Matrix for Effective Decision-Making | Quality Gurus">
            <a:extLst>
              <a:ext uri="{FF2B5EF4-FFF2-40B4-BE49-F238E27FC236}">
                <a16:creationId xmlns:a16="http://schemas.microsoft.com/office/drawing/2014/main" id="{927E8BDA-9A8A-759E-8DD0-75AA7D8D1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362" y="3429000"/>
            <a:ext cx="56292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864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878BC-DDBD-573B-EB4C-FDD4B1065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Risk-Based Thresholds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63C2D-7463-55B0-DE57-40E1F6847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Define normal via healthy baselines</a:t>
            </a:r>
          </a:p>
          <a:p>
            <a:r>
              <a:rPr lang="en-GB" dirty="0"/>
              <a:t>Establish statistical alert boundaries</a:t>
            </a:r>
          </a:p>
          <a:p>
            <a:r>
              <a:rPr lang="en-GB" dirty="0"/>
              <a:t>Ensure thresholds are physics driven and are auditable in their placement </a:t>
            </a:r>
          </a:p>
          <a:p>
            <a:endParaRPr lang="en-GB" dirty="0"/>
          </a:p>
        </p:txBody>
      </p:sp>
      <p:pic>
        <p:nvPicPr>
          <p:cNvPr id="5122" name="Picture 2" descr="Static Threshold vs. Dynamic Threshold Alerting | Last9">
            <a:extLst>
              <a:ext uri="{FF2B5EF4-FFF2-40B4-BE49-F238E27FC236}">
                <a16:creationId xmlns:a16="http://schemas.microsoft.com/office/drawing/2014/main" id="{BE13C78E-479F-ED16-61F0-6A1BB33D1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615" y="3703103"/>
            <a:ext cx="4186604" cy="2789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Dynamic Threshold">
            <a:extLst>
              <a:ext uri="{FF2B5EF4-FFF2-40B4-BE49-F238E27FC236}">
                <a16:creationId xmlns:a16="http://schemas.microsoft.com/office/drawing/2014/main" id="{71557E77-7CC0-7304-D06D-39C056D4A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219" y="3703117"/>
            <a:ext cx="4186604" cy="2789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0010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D1452-323D-243D-E40F-0F38FAC49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48F38-E634-3D18-808C-8AF69FEFF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Colour vision deficiency affects 11% of the population</a:t>
            </a:r>
          </a:p>
          <a:p>
            <a:r>
              <a:rPr lang="en-GB" dirty="0"/>
              <a:t>Ensure colour doesn’t do the work in differentiating your plots, think of marker shapes, line style, labelling etc</a:t>
            </a:r>
          </a:p>
          <a:p>
            <a:r>
              <a:rPr lang="en-GB" dirty="0"/>
              <a:t>Don’t clutter graphs with unnecessary lines</a:t>
            </a:r>
          </a:p>
        </p:txBody>
      </p:sp>
      <p:pic>
        <p:nvPicPr>
          <p:cNvPr id="8194" name="Picture 2" descr="Add cividis color scale, a scheme for viewers with color vision deficiency  · Issue #15 · d3/d3-scale-chromatic">
            <a:extLst>
              <a:ext uri="{FF2B5EF4-FFF2-40B4-BE49-F238E27FC236}">
                <a16:creationId xmlns:a16="http://schemas.microsoft.com/office/drawing/2014/main" id="{FFF2B5AA-568A-BF1F-C472-D777C78F6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780" y="3950682"/>
            <a:ext cx="8360440" cy="230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5945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3C09A-2285-6393-FA2A-0FC6B0335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Broad Accessibility &amp; 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E6B1F-69C5-1556-831E-78D36F0F2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Ensure your charts are honest, clear and accessible.</a:t>
            </a:r>
          </a:p>
          <a:p>
            <a:r>
              <a:rPr lang="en-GB" dirty="0"/>
              <a:t>Keep the signal to noise ratio high in your design</a:t>
            </a:r>
          </a:p>
          <a:p>
            <a:r>
              <a:rPr lang="en-GB" dirty="0"/>
              <a:t>Provide helpful alt text to all images, charts </a:t>
            </a:r>
            <a:r>
              <a:rPr lang="en-GB"/>
              <a:t>and slides etc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1532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C87F608-ADAC-43B4-3926-A4C6A4E2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9DE73A-1619-9F70-8381-2739050F69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2319522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13176</TotalTime>
  <Words>545</Words>
  <Application>Microsoft Office PowerPoint</Application>
  <PresentationFormat>Widescreen</PresentationFormat>
  <Paragraphs>73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Office Theme</vt:lpstr>
      <vt:lpstr>Data Analytics and Visualisation</vt:lpstr>
      <vt:lpstr>Download the code</vt:lpstr>
      <vt:lpstr>The Problem</vt:lpstr>
      <vt:lpstr>Data Ingestion and Schema Verification</vt:lpstr>
      <vt:lpstr>Missing Data Handling</vt:lpstr>
      <vt:lpstr>Multi-Variable Relationship Matrix</vt:lpstr>
      <vt:lpstr>Filtering</vt:lpstr>
      <vt:lpstr>Dimensionless Normalisation</vt:lpstr>
      <vt:lpstr>Isolating Drift via Linear Modelling</vt:lpstr>
      <vt:lpstr>Algorithmic Accountability and Decision Matrix</vt:lpstr>
      <vt:lpstr>Risk-Based Thresholds</vt:lpstr>
      <vt:lpstr>Accessibility</vt:lpstr>
      <vt:lpstr>Broad Accessibility &amp; Ethics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Frusher (jf7g23)</dc:creator>
  <cp:lastModifiedBy>Jacob Frusher (jf7g23)</cp:lastModifiedBy>
  <cp:revision>1</cp:revision>
  <dcterms:created xsi:type="dcterms:W3CDTF">2026-06-11T10:55:59Z</dcterms:created>
  <dcterms:modified xsi:type="dcterms:W3CDTF">2026-06-25T08:54:46Z</dcterms:modified>
</cp:coreProperties>
</file>