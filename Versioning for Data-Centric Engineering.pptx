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6" r:id="rId4"/>
    <p:sldId id="268" r:id="rId5"/>
    <p:sldId id="267" r:id="rId6"/>
    <p:sldId id="258" r:id="rId7"/>
    <p:sldId id="270" r:id="rId8"/>
    <p:sldId id="269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Frusher (jf7g23)" userId="922a2d19-3b53-438e-b747-646904bec0e7" providerId="ADAL" clId="{5ED06E89-B953-47FE-82AF-C7A671668849}"/>
    <pc:docChg chg="undo custSel addSld modSld sldOrd">
      <pc:chgData name="Jacob Frusher (jf7g23)" userId="922a2d19-3b53-438e-b747-646904bec0e7" providerId="ADAL" clId="{5ED06E89-B953-47FE-82AF-C7A671668849}" dt="2026-06-26T09:28:35.752" v="3524" actId="20577"/>
      <pc:docMkLst>
        <pc:docMk/>
      </pc:docMkLst>
      <pc:sldChg chg="modSp mod modNotesTx">
        <pc:chgData name="Jacob Frusher (jf7g23)" userId="922a2d19-3b53-438e-b747-646904bec0e7" providerId="ADAL" clId="{5ED06E89-B953-47FE-82AF-C7A671668849}" dt="2026-06-24T12:16:14.569" v="2502" actId="20577"/>
        <pc:sldMkLst>
          <pc:docMk/>
          <pc:sldMk cId="1113340232" sldId="256"/>
        </pc:sldMkLst>
        <pc:spChg chg="mod">
          <ac:chgData name="Jacob Frusher (jf7g23)" userId="922a2d19-3b53-438e-b747-646904bec0e7" providerId="ADAL" clId="{5ED06E89-B953-47FE-82AF-C7A671668849}" dt="2026-06-15T10:20:01.391" v="1918" actId="20577"/>
          <ac:spMkLst>
            <pc:docMk/>
            <pc:sldMk cId="1113340232" sldId="256"/>
            <ac:spMk id="2" creationId="{2A44EBEF-4B45-DE39-0DCD-B41E50CC52B4}"/>
          </ac:spMkLst>
        </pc:spChg>
        <pc:spChg chg="mod">
          <ac:chgData name="Jacob Frusher (jf7g23)" userId="922a2d19-3b53-438e-b747-646904bec0e7" providerId="ADAL" clId="{5ED06E89-B953-47FE-82AF-C7A671668849}" dt="2026-06-15T10:20:13.056" v="1944" actId="20577"/>
          <ac:spMkLst>
            <pc:docMk/>
            <pc:sldMk cId="1113340232" sldId="256"/>
            <ac:spMk id="3" creationId="{B6D0BE02-BA78-5A9B-94B4-331CCB0D788E}"/>
          </ac:spMkLst>
        </pc:spChg>
      </pc:sldChg>
      <pc:sldChg chg="modSp mod modNotesTx">
        <pc:chgData name="Jacob Frusher (jf7g23)" userId="922a2d19-3b53-438e-b747-646904bec0e7" providerId="ADAL" clId="{5ED06E89-B953-47FE-82AF-C7A671668849}" dt="2026-06-24T12:16:55.805" v="2585" actId="20577"/>
        <pc:sldMkLst>
          <pc:docMk/>
          <pc:sldMk cId="3919683638" sldId="257"/>
        </pc:sldMkLst>
        <pc:spChg chg="mod">
          <ac:chgData name="Jacob Frusher (jf7g23)" userId="922a2d19-3b53-438e-b747-646904bec0e7" providerId="ADAL" clId="{5ED06E89-B953-47FE-82AF-C7A671668849}" dt="2026-06-09T14:27:00.248" v="1371" actId="20577"/>
          <ac:spMkLst>
            <pc:docMk/>
            <pc:sldMk cId="3919683638" sldId="257"/>
            <ac:spMk id="2" creationId="{5096C072-8DA5-C39F-FE6A-EBE5A1D2C9FA}"/>
          </ac:spMkLst>
        </pc:spChg>
        <pc:spChg chg="mod">
          <ac:chgData name="Jacob Frusher (jf7g23)" userId="922a2d19-3b53-438e-b747-646904bec0e7" providerId="ADAL" clId="{5ED06E89-B953-47FE-82AF-C7A671668849}" dt="2026-06-24T12:16:28.397" v="2544" actId="313"/>
          <ac:spMkLst>
            <pc:docMk/>
            <pc:sldMk cId="3919683638" sldId="257"/>
            <ac:spMk id="3" creationId="{CC59FC35-E1D9-57C6-5B08-CAFB94367356}"/>
          </ac:spMkLst>
        </pc:spChg>
      </pc:sldChg>
      <pc:sldChg chg="modSp mod modNotesTx">
        <pc:chgData name="Jacob Frusher (jf7g23)" userId="922a2d19-3b53-438e-b747-646904bec0e7" providerId="ADAL" clId="{5ED06E89-B953-47FE-82AF-C7A671668849}" dt="2026-06-24T12:19:23.253" v="3056" actId="20577"/>
        <pc:sldMkLst>
          <pc:docMk/>
          <pc:sldMk cId="1917143934" sldId="258"/>
        </pc:sldMkLst>
        <pc:spChg chg="mod">
          <ac:chgData name="Jacob Frusher (jf7g23)" userId="922a2d19-3b53-438e-b747-646904bec0e7" providerId="ADAL" clId="{5ED06E89-B953-47FE-82AF-C7A671668849}" dt="2026-06-09T14:28:20.196" v="1385" actId="1076"/>
          <ac:spMkLst>
            <pc:docMk/>
            <pc:sldMk cId="1917143934" sldId="258"/>
            <ac:spMk id="7" creationId="{8FE34DE6-E646-6A4B-343B-A81C9F81D399}"/>
          </ac:spMkLst>
        </pc:spChg>
      </pc:sldChg>
      <pc:sldChg chg="modSp mod modNotesTx">
        <pc:chgData name="Jacob Frusher (jf7g23)" userId="922a2d19-3b53-438e-b747-646904bec0e7" providerId="ADAL" clId="{5ED06E89-B953-47FE-82AF-C7A671668849}" dt="2026-06-24T12:20:16.325" v="3284" actId="20577"/>
        <pc:sldMkLst>
          <pc:docMk/>
          <pc:sldMk cId="4004777876" sldId="259"/>
        </pc:sldMkLst>
        <pc:spChg chg="mod">
          <ac:chgData name="Jacob Frusher (jf7g23)" userId="922a2d19-3b53-438e-b747-646904bec0e7" providerId="ADAL" clId="{5ED06E89-B953-47FE-82AF-C7A671668849}" dt="2026-06-15T12:42:54.301" v="2276" actId="20577"/>
          <ac:spMkLst>
            <pc:docMk/>
            <pc:sldMk cId="4004777876" sldId="259"/>
            <ac:spMk id="3" creationId="{EC566E4A-997F-5D8E-8812-AE9AC99B1D2D}"/>
          </ac:spMkLst>
        </pc:spChg>
      </pc:sldChg>
      <pc:sldChg chg="addSp delSp modSp mod modNotesTx">
        <pc:chgData name="Jacob Frusher (jf7g23)" userId="922a2d19-3b53-438e-b747-646904bec0e7" providerId="ADAL" clId="{5ED06E89-B953-47FE-82AF-C7A671668849}" dt="2026-06-24T12:20:32.750" v="3357" actId="20577"/>
        <pc:sldMkLst>
          <pc:docMk/>
          <pc:sldMk cId="1065129355" sldId="260"/>
        </pc:sldMkLst>
        <pc:spChg chg="mod">
          <ac:chgData name="Jacob Frusher (jf7g23)" userId="922a2d19-3b53-438e-b747-646904bec0e7" providerId="ADAL" clId="{5ED06E89-B953-47FE-82AF-C7A671668849}" dt="2026-06-09T09:29:17.186" v="1357" actId="1076"/>
          <ac:spMkLst>
            <pc:docMk/>
            <pc:sldMk cId="1065129355" sldId="260"/>
            <ac:spMk id="3" creationId="{A83523B5-B9CC-D091-2D03-0EB383568628}"/>
          </ac:spMkLst>
        </pc:spChg>
        <pc:graphicFrameChg chg="add mod modGraphic">
          <ac:chgData name="Jacob Frusher (jf7g23)" userId="922a2d19-3b53-438e-b747-646904bec0e7" providerId="ADAL" clId="{5ED06E89-B953-47FE-82AF-C7A671668849}" dt="2026-06-09T09:29:11.922" v="1356" actId="1076"/>
          <ac:graphicFrameMkLst>
            <pc:docMk/>
            <pc:sldMk cId="1065129355" sldId="260"/>
            <ac:graphicFrameMk id="5" creationId="{0FAB2D85-FA1D-9486-A749-05F470CDA0BB}"/>
          </ac:graphicFrameMkLst>
        </pc:graphicFrameChg>
      </pc:sldChg>
      <pc:sldChg chg="addSp modSp mod modNotesTx">
        <pc:chgData name="Jacob Frusher (jf7g23)" userId="922a2d19-3b53-438e-b747-646904bec0e7" providerId="ADAL" clId="{5ED06E89-B953-47FE-82AF-C7A671668849}" dt="2026-06-24T12:21:26.222" v="3411" actId="20577"/>
        <pc:sldMkLst>
          <pc:docMk/>
          <pc:sldMk cId="878704264" sldId="261"/>
        </pc:sldMkLst>
        <pc:spChg chg="add mod">
          <ac:chgData name="Jacob Frusher (jf7g23)" userId="922a2d19-3b53-438e-b747-646904bec0e7" providerId="ADAL" clId="{5ED06E89-B953-47FE-82AF-C7A671668849}" dt="2026-06-09T14:52:33.299" v="1567" actId="20577"/>
          <ac:spMkLst>
            <pc:docMk/>
            <pc:sldMk cId="878704264" sldId="261"/>
            <ac:spMk id="4" creationId="{A53D58C5-8242-8D20-E680-D0D70EB842A4}"/>
          </ac:spMkLst>
        </pc:spChg>
        <pc:picChg chg="mod">
          <ac:chgData name="Jacob Frusher (jf7g23)" userId="922a2d19-3b53-438e-b747-646904bec0e7" providerId="ADAL" clId="{5ED06E89-B953-47FE-82AF-C7A671668849}" dt="2026-06-09T14:50:49.033" v="1553" actId="1076"/>
          <ac:picMkLst>
            <pc:docMk/>
            <pc:sldMk cId="878704264" sldId="261"/>
            <ac:picMk id="4098" creationId="{C5DF65EF-F9C8-4025-8906-8A39F207705A}"/>
          </ac:picMkLst>
        </pc:picChg>
      </pc:sldChg>
      <pc:sldChg chg="addSp modSp mod">
        <pc:chgData name="Jacob Frusher (jf7g23)" userId="922a2d19-3b53-438e-b747-646904bec0e7" providerId="ADAL" clId="{5ED06E89-B953-47FE-82AF-C7A671668849}" dt="2026-06-09T09:20:53.450" v="276" actId="14100"/>
        <pc:sldMkLst>
          <pc:docMk/>
          <pc:sldMk cId="3810708393" sldId="262"/>
        </pc:sldMkLst>
        <pc:spChg chg="mod">
          <ac:chgData name="Jacob Frusher (jf7g23)" userId="922a2d19-3b53-438e-b747-646904bec0e7" providerId="ADAL" clId="{5ED06E89-B953-47FE-82AF-C7A671668849}" dt="2026-06-09T09:20:50.597" v="274" actId="14100"/>
          <ac:spMkLst>
            <pc:docMk/>
            <pc:sldMk cId="3810708393" sldId="262"/>
            <ac:spMk id="3" creationId="{50FAC5BD-2864-F03D-22FF-CB9C5AA11236}"/>
          </ac:spMkLst>
        </pc:spChg>
        <pc:picChg chg="add mod">
          <ac:chgData name="Jacob Frusher (jf7g23)" userId="922a2d19-3b53-438e-b747-646904bec0e7" providerId="ADAL" clId="{5ED06E89-B953-47FE-82AF-C7A671668849}" dt="2026-06-09T09:20:53.450" v="276" actId="14100"/>
          <ac:picMkLst>
            <pc:docMk/>
            <pc:sldMk cId="3810708393" sldId="262"/>
            <ac:picMk id="5" creationId="{666AD431-1AEB-A958-C990-2B20B96DA055}"/>
          </ac:picMkLst>
        </pc:picChg>
      </pc:sldChg>
      <pc:sldChg chg="addSp modSp new mod modNotesTx">
        <pc:chgData name="Jacob Frusher (jf7g23)" userId="922a2d19-3b53-438e-b747-646904bec0e7" providerId="ADAL" clId="{5ED06E89-B953-47FE-82AF-C7A671668849}" dt="2026-06-24T12:21:43.778" v="3481" actId="20577"/>
        <pc:sldMkLst>
          <pc:docMk/>
          <pc:sldMk cId="3861715740" sldId="263"/>
        </pc:sldMkLst>
        <pc:spChg chg="mod">
          <ac:chgData name="Jacob Frusher (jf7g23)" userId="922a2d19-3b53-438e-b747-646904bec0e7" providerId="ADAL" clId="{5ED06E89-B953-47FE-82AF-C7A671668849}" dt="2026-06-09T09:12:30.064" v="181" actId="20577"/>
          <ac:spMkLst>
            <pc:docMk/>
            <pc:sldMk cId="3861715740" sldId="263"/>
            <ac:spMk id="2" creationId="{7155A3E5-A7BA-70AD-0A80-6C9FEF0BD7F1}"/>
          </ac:spMkLst>
        </pc:spChg>
        <pc:spChg chg="mod">
          <ac:chgData name="Jacob Frusher (jf7g23)" userId="922a2d19-3b53-438e-b747-646904bec0e7" providerId="ADAL" clId="{5ED06E89-B953-47FE-82AF-C7A671668849}" dt="2026-06-09T09:16:52.685" v="222" actId="20577"/>
          <ac:spMkLst>
            <pc:docMk/>
            <pc:sldMk cId="3861715740" sldId="263"/>
            <ac:spMk id="3" creationId="{53893453-CCE1-4556-AFA2-76E98B610DAE}"/>
          </ac:spMkLst>
        </pc:spChg>
        <pc:picChg chg="add mod">
          <ac:chgData name="Jacob Frusher (jf7g23)" userId="922a2d19-3b53-438e-b747-646904bec0e7" providerId="ADAL" clId="{5ED06E89-B953-47FE-82AF-C7A671668849}" dt="2026-06-09T09:21:00.031" v="277" actId="14100"/>
          <ac:picMkLst>
            <pc:docMk/>
            <pc:sldMk cId="3861715740" sldId="263"/>
            <ac:picMk id="5122" creationId="{7E947D75-F7EC-DB20-1C43-4200F20952F9}"/>
          </ac:picMkLst>
        </pc:picChg>
      </pc:sldChg>
      <pc:sldChg chg="addSp modSp new mod modNotesTx">
        <pc:chgData name="Jacob Frusher (jf7g23)" userId="922a2d19-3b53-438e-b747-646904bec0e7" providerId="ADAL" clId="{5ED06E89-B953-47FE-82AF-C7A671668849}" dt="2026-06-24T12:21:54.662" v="3520" actId="20577"/>
        <pc:sldMkLst>
          <pc:docMk/>
          <pc:sldMk cId="1807548563" sldId="264"/>
        </pc:sldMkLst>
        <pc:spChg chg="mod">
          <ac:chgData name="Jacob Frusher (jf7g23)" userId="922a2d19-3b53-438e-b747-646904bec0e7" providerId="ADAL" clId="{5ED06E89-B953-47FE-82AF-C7A671668849}" dt="2026-06-09T09:15:15.638" v="216" actId="20577"/>
          <ac:spMkLst>
            <pc:docMk/>
            <pc:sldMk cId="1807548563" sldId="264"/>
            <ac:spMk id="2" creationId="{D85CE811-04FE-5FC2-43F2-7818F50650F5}"/>
          </ac:spMkLst>
        </pc:spChg>
        <pc:spChg chg="mod">
          <ac:chgData name="Jacob Frusher (jf7g23)" userId="922a2d19-3b53-438e-b747-646904bec0e7" providerId="ADAL" clId="{5ED06E89-B953-47FE-82AF-C7A671668849}" dt="2026-06-09T09:20:29.881" v="269" actId="14100"/>
          <ac:spMkLst>
            <pc:docMk/>
            <pc:sldMk cId="1807548563" sldId="264"/>
            <ac:spMk id="3" creationId="{6020774F-B021-3930-2EA0-9BFBA9FF4686}"/>
          </ac:spMkLst>
        </pc:spChg>
        <pc:picChg chg="add mod modCrop">
          <ac:chgData name="Jacob Frusher (jf7g23)" userId="922a2d19-3b53-438e-b747-646904bec0e7" providerId="ADAL" clId="{5ED06E89-B953-47FE-82AF-C7A671668849}" dt="2026-06-09T10:59:11.288" v="1368" actId="14100"/>
          <ac:picMkLst>
            <pc:docMk/>
            <pc:sldMk cId="1807548563" sldId="264"/>
            <ac:picMk id="5" creationId="{B1904740-9C65-12C0-E85A-F9228AD32FEB}"/>
          </ac:picMkLst>
        </pc:picChg>
      </pc:sldChg>
      <pc:sldChg chg="addSp delSp modSp new mod">
        <pc:chgData name="Jacob Frusher (jf7g23)" userId="922a2d19-3b53-438e-b747-646904bec0e7" providerId="ADAL" clId="{5ED06E89-B953-47FE-82AF-C7A671668849}" dt="2026-06-26T09:28:35.752" v="3524" actId="20577"/>
        <pc:sldMkLst>
          <pc:docMk/>
          <pc:sldMk cId="1781748894" sldId="265"/>
        </pc:sldMkLst>
        <pc:spChg chg="mod">
          <ac:chgData name="Jacob Frusher (jf7g23)" userId="922a2d19-3b53-438e-b747-646904bec0e7" providerId="ADAL" clId="{5ED06E89-B953-47FE-82AF-C7A671668849}" dt="2026-06-26T09:28:35.752" v="3524" actId="20577"/>
          <ac:spMkLst>
            <pc:docMk/>
            <pc:sldMk cId="1781748894" sldId="265"/>
            <ac:spMk id="2" creationId="{B91E9680-C695-3182-FE68-CDACE9DAE8D1}"/>
          </ac:spMkLst>
        </pc:spChg>
        <pc:graphicFrameChg chg="add mod ord modGraphic">
          <ac:chgData name="Jacob Frusher (jf7g23)" userId="922a2d19-3b53-438e-b747-646904bec0e7" providerId="ADAL" clId="{5ED06E89-B953-47FE-82AF-C7A671668849}" dt="2026-06-09T10:59:38.846" v="1370" actId="403"/>
          <ac:graphicFrameMkLst>
            <pc:docMk/>
            <pc:sldMk cId="1781748894" sldId="265"/>
            <ac:graphicFrameMk id="4" creationId="{A98473D3-A56B-FB41-2C6D-D37C87527DD8}"/>
          </ac:graphicFrameMkLst>
        </pc:graphicFrameChg>
      </pc:sldChg>
      <pc:sldChg chg="modSp new mod modNotesTx">
        <pc:chgData name="Jacob Frusher (jf7g23)" userId="922a2d19-3b53-438e-b747-646904bec0e7" providerId="ADAL" clId="{5ED06E89-B953-47FE-82AF-C7A671668849}" dt="2026-06-24T12:18:06.083" v="2796" actId="20577"/>
        <pc:sldMkLst>
          <pc:docMk/>
          <pc:sldMk cId="1726711927" sldId="266"/>
        </pc:sldMkLst>
        <pc:spChg chg="mod">
          <ac:chgData name="Jacob Frusher (jf7g23)" userId="922a2d19-3b53-438e-b747-646904bec0e7" providerId="ADAL" clId="{5ED06E89-B953-47FE-82AF-C7A671668849}" dt="2026-06-12T08:22:55.388" v="1586" actId="20577"/>
          <ac:spMkLst>
            <pc:docMk/>
            <pc:sldMk cId="1726711927" sldId="266"/>
            <ac:spMk id="2" creationId="{73D5FDB7-6D8A-44AE-B55F-B3BE043361F1}"/>
          </ac:spMkLst>
        </pc:spChg>
        <pc:spChg chg="mod">
          <ac:chgData name="Jacob Frusher (jf7g23)" userId="922a2d19-3b53-438e-b747-646904bec0e7" providerId="ADAL" clId="{5ED06E89-B953-47FE-82AF-C7A671668849}" dt="2026-06-12T08:41:27.001" v="1784" actId="20577"/>
          <ac:spMkLst>
            <pc:docMk/>
            <pc:sldMk cId="1726711927" sldId="266"/>
            <ac:spMk id="3" creationId="{E7319FB0-2C72-1979-C3FD-81C9E05286E1}"/>
          </ac:spMkLst>
        </pc:spChg>
      </pc:sldChg>
      <pc:sldChg chg="modSp new mod modNotesTx">
        <pc:chgData name="Jacob Frusher (jf7g23)" userId="922a2d19-3b53-438e-b747-646904bec0e7" providerId="ADAL" clId="{5ED06E89-B953-47FE-82AF-C7A671668849}" dt="2026-06-24T12:19:09.761" v="2987" actId="20577"/>
        <pc:sldMkLst>
          <pc:docMk/>
          <pc:sldMk cId="3879357058" sldId="267"/>
        </pc:sldMkLst>
        <pc:spChg chg="mod">
          <ac:chgData name="Jacob Frusher (jf7g23)" userId="922a2d19-3b53-438e-b747-646904bec0e7" providerId="ADAL" clId="{5ED06E89-B953-47FE-82AF-C7A671668849}" dt="2026-06-12T08:23:04.100" v="1612" actId="20577"/>
          <ac:spMkLst>
            <pc:docMk/>
            <pc:sldMk cId="3879357058" sldId="267"/>
            <ac:spMk id="2" creationId="{34B5191A-C5BA-DAE5-D5DB-5F748F26D4B2}"/>
          </ac:spMkLst>
        </pc:spChg>
        <pc:spChg chg="mod">
          <ac:chgData name="Jacob Frusher (jf7g23)" userId="922a2d19-3b53-438e-b747-646904bec0e7" providerId="ADAL" clId="{5ED06E89-B953-47FE-82AF-C7A671668849}" dt="2026-06-24T12:18:24.064" v="2846" actId="20577"/>
          <ac:spMkLst>
            <pc:docMk/>
            <pc:sldMk cId="3879357058" sldId="267"/>
            <ac:spMk id="3" creationId="{C397C4C4-5303-2009-3617-F2395ADB34AB}"/>
          </ac:spMkLst>
        </pc:spChg>
      </pc:sldChg>
      <pc:sldChg chg="modSp new mod modNotesTx">
        <pc:chgData name="Jacob Frusher (jf7g23)" userId="922a2d19-3b53-438e-b747-646904bec0e7" providerId="ADAL" clId="{5ED06E89-B953-47FE-82AF-C7A671668849}" dt="2026-06-24T12:18:16.554" v="2844" actId="20577"/>
        <pc:sldMkLst>
          <pc:docMk/>
          <pc:sldMk cId="2685404498" sldId="268"/>
        </pc:sldMkLst>
        <pc:spChg chg="mod">
          <ac:chgData name="Jacob Frusher (jf7g23)" userId="922a2d19-3b53-438e-b747-646904bec0e7" providerId="ADAL" clId="{5ED06E89-B953-47FE-82AF-C7A671668849}" dt="2026-06-15T10:32:56.027" v="1971" actId="20577"/>
          <ac:spMkLst>
            <pc:docMk/>
            <pc:sldMk cId="2685404498" sldId="268"/>
            <ac:spMk id="2" creationId="{D3CFE8F9-5FFF-6DF8-2160-BDAFB388BAC5}"/>
          </ac:spMkLst>
        </pc:spChg>
        <pc:spChg chg="mod">
          <ac:chgData name="Jacob Frusher (jf7g23)" userId="922a2d19-3b53-438e-b747-646904bec0e7" providerId="ADAL" clId="{5ED06E89-B953-47FE-82AF-C7A671668849}" dt="2026-06-19T14:18:08.702" v="2457" actId="20577"/>
          <ac:spMkLst>
            <pc:docMk/>
            <pc:sldMk cId="2685404498" sldId="268"/>
            <ac:spMk id="3" creationId="{302DD0E4-FBE0-B311-845C-03097E45C178}"/>
          </ac:spMkLst>
        </pc:spChg>
      </pc:sldChg>
      <pc:sldChg chg="addSp delSp modSp new mod ord modClrScheme chgLayout modNotesTx">
        <pc:chgData name="Jacob Frusher (jf7g23)" userId="922a2d19-3b53-438e-b747-646904bec0e7" providerId="ADAL" clId="{5ED06E89-B953-47FE-82AF-C7A671668849}" dt="2026-06-24T12:20:02.993" v="3229" actId="20577"/>
        <pc:sldMkLst>
          <pc:docMk/>
          <pc:sldMk cId="888444976" sldId="269"/>
        </pc:sldMkLst>
        <pc:spChg chg="mod ord">
          <ac:chgData name="Jacob Frusher (jf7g23)" userId="922a2d19-3b53-438e-b747-646904bec0e7" providerId="ADAL" clId="{5ED06E89-B953-47FE-82AF-C7A671668849}" dt="2026-06-15T10:33:48.641" v="2005" actId="700"/>
          <ac:spMkLst>
            <pc:docMk/>
            <pc:sldMk cId="888444976" sldId="269"/>
            <ac:spMk id="2" creationId="{E677B29E-EBF2-7DDE-3784-7BC7A4826E35}"/>
          </ac:spMkLst>
        </pc:spChg>
        <pc:spChg chg="add mod ord">
          <ac:chgData name="Jacob Frusher (jf7g23)" userId="922a2d19-3b53-438e-b747-646904bec0e7" providerId="ADAL" clId="{5ED06E89-B953-47FE-82AF-C7A671668849}" dt="2026-06-15T10:38:21.933" v="2214" actId="20577"/>
          <ac:spMkLst>
            <pc:docMk/>
            <pc:sldMk cId="888444976" sldId="269"/>
            <ac:spMk id="5" creationId="{42B2FB2A-5AFC-B220-2CB1-70945F1CDF68}"/>
          </ac:spMkLst>
        </pc:spChg>
        <pc:picChg chg="add mod">
          <ac:chgData name="Jacob Frusher (jf7g23)" userId="922a2d19-3b53-438e-b747-646904bec0e7" providerId="ADAL" clId="{5ED06E89-B953-47FE-82AF-C7A671668849}" dt="2026-06-15T10:36:25.752" v="2006"/>
          <ac:picMkLst>
            <pc:docMk/>
            <pc:sldMk cId="888444976" sldId="269"/>
            <ac:picMk id="1026" creationId="{9B40B7F7-D491-45B4-5E35-900941020DA7}"/>
          </ac:picMkLst>
        </pc:picChg>
      </pc:sldChg>
      <pc:sldChg chg="addSp delSp modSp new mod ord modClrScheme chgLayout modNotesTx">
        <pc:chgData name="Jacob Frusher (jf7g23)" userId="922a2d19-3b53-438e-b747-646904bec0e7" providerId="ADAL" clId="{5ED06E89-B953-47FE-82AF-C7A671668849}" dt="2026-06-24T12:19:41.930" v="3129" actId="20577"/>
        <pc:sldMkLst>
          <pc:docMk/>
          <pc:sldMk cId="2220323260" sldId="270"/>
        </pc:sldMkLst>
        <pc:spChg chg="add mod ord">
          <ac:chgData name="Jacob Frusher (jf7g23)" userId="922a2d19-3b53-438e-b747-646904bec0e7" providerId="ADAL" clId="{5ED06E89-B953-47FE-82AF-C7A671668849}" dt="2026-06-15T13:28:27.362" v="2307" actId="20577"/>
          <ac:spMkLst>
            <pc:docMk/>
            <pc:sldMk cId="2220323260" sldId="270"/>
            <ac:spMk id="4" creationId="{A2776A7D-257D-A576-3770-EB26D045D6ED}"/>
          </ac:spMkLst>
        </pc:spChg>
        <pc:spChg chg="add mod ord">
          <ac:chgData name="Jacob Frusher (jf7g23)" userId="922a2d19-3b53-438e-b747-646904bec0e7" providerId="ADAL" clId="{5ED06E89-B953-47FE-82AF-C7A671668849}" dt="2026-06-15T13:30:22.867" v="2445" actId="20577"/>
          <ac:spMkLst>
            <pc:docMk/>
            <pc:sldMk cId="2220323260" sldId="270"/>
            <ac:spMk id="5" creationId="{071C4E47-D4DD-CB3A-EF82-23093F693A34}"/>
          </ac:spMkLst>
        </pc:spChg>
        <pc:picChg chg="add mod">
          <ac:chgData name="Jacob Frusher (jf7g23)" userId="922a2d19-3b53-438e-b747-646904bec0e7" providerId="ADAL" clId="{5ED06E89-B953-47FE-82AF-C7A671668849}" dt="2026-06-15T13:02:26.775" v="2282" actId="14100"/>
          <ac:picMkLst>
            <pc:docMk/>
            <pc:sldMk cId="2220323260" sldId="270"/>
            <ac:picMk id="2052" creationId="{42F30C6E-0C2F-F033-9962-BB17C23D5961}"/>
          </ac:picMkLst>
        </pc:picChg>
      </pc:sldChg>
      <pc:sldChg chg="addSp delSp modSp new mod chgLayout">
        <pc:chgData name="Jacob Frusher (jf7g23)" userId="922a2d19-3b53-438e-b747-646904bec0e7" providerId="ADAL" clId="{5ED06E89-B953-47FE-82AF-C7A671668849}" dt="2026-06-24T12:09:03.596" v="2460" actId="6264"/>
        <pc:sldMkLst>
          <pc:docMk/>
          <pc:sldMk cId="2319522517" sldId="271"/>
        </pc:sldMkLst>
        <pc:spChg chg="add mod ord">
          <ac:chgData name="Jacob Frusher (jf7g23)" userId="922a2d19-3b53-438e-b747-646904bec0e7" providerId="ADAL" clId="{5ED06E89-B953-47FE-82AF-C7A671668849}" dt="2026-06-24T12:09:03.596" v="2460" actId="6264"/>
          <ac:spMkLst>
            <pc:docMk/>
            <pc:sldMk cId="2319522517" sldId="271"/>
            <ac:spMk id="7" creationId="{2C87F608-ADAC-43B4-3926-A4C6A4E24B52}"/>
          </ac:spMkLst>
        </pc:spChg>
        <pc:picChg chg="add mod ord">
          <ac:chgData name="Jacob Frusher (jf7g23)" userId="922a2d19-3b53-438e-b747-646904bec0e7" providerId="ADAL" clId="{5ED06E89-B953-47FE-82AF-C7A671668849}" dt="2026-06-24T12:09:03.596" v="2460" actId="6264"/>
          <ac:picMkLst>
            <pc:docMk/>
            <pc:sldMk cId="2319522517" sldId="271"/>
            <ac:picMk id="5" creationId="{F59DE73A-1619-9F70-8381-2739050F69A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24C353-B2BC-49D0-9FFC-B6EDDC95FC1F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5A9306-7D23-4782-A978-6624C10476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4240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Introduce versioning as a general concept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A9306-7D23-4782-A978-6624C10476A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3167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Explain the problem and ask for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A9306-7D23-4782-A978-6624C10476A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7813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Give a general explanation of versioning and explain how it can fix the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A9306-7D23-4782-A978-6624C10476A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7019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Ask for any examples of where people know of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A9306-7D23-4782-A978-6624C10476A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9113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Talk through the uses of it and the reasons to try and get people to realise that the cost of setting it up is worth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A9306-7D23-4782-A978-6624C10476A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814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Explain the difference and highlight where to use one or the other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A9306-7D23-4782-A978-6624C10476A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597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If you want go onto your files and make a bad edit and then revert it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A9306-7D23-4782-A978-6624C10476A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4509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Set the stage and explain what a snapshot/commit it to help people understand the background of git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A9306-7D23-4782-A978-6624C10476A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35767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Go through these, breaking down the commands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A9306-7D23-4782-A978-6624C10476A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56371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Give people some examples and get them to work out the commit messages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A9306-7D23-4782-A978-6624C10476A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5653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Explain branching both for teams and personal uses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A9306-7D23-4782-A978-6624C10476A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4261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Exokainb</a:t>
            </a:r>
            <a:r>
              <a:rPr lang="en-GB" dirty="0"/>
              <a:t> uses of this in DCE, get people to talk through examples etc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A9306-7D23-4782-A978-6624C10476A2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51172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Explain DVC and PDM for use in CAD too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A9306-7D23-4782-A978-6624C10476A2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0955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547C9-2C00-9BCC-BADC-EFC1EFFB2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455EF4-C745-7E18-B2C3-E319B2490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AA53E-803E-F33A-0B7A-038517F66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F438F-6B91-4617-852D-17D20878D1B3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B7B43-9E47-BF2E-8D11-D12D5E71C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BCBF5-92E1-4D78-E5F8-3CA9638C1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FA154-C754-4EC4-8349-CFE7CEC838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6612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11F66-22ED-A9CE-2041-8429ECE9E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00332-E84C-DD0E-F5CB-66A3589E0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38B3E-FF1C-0DBB-C369-AA8BFD2C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F438F-6B91-4617-852D-17D20878D1B3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4ABBF-98DC-D35E-1F25-EF4BF5302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C3644-89D2-E879-B73C-9CCFFCE47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FA154-C754-4EC4-8349-CFE7CEC838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6645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7F0FB-896F-6D29-E743-4D0E36023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D6F0C-A229-6070-F815-836D75F80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28449-0E11-A37C-07C2-D048D3E55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F438F-6B91-4617-852D-17D20878D1B3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FC5BB-F3C4-DFCE-7C01-67A6EBA84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CEAFB-D083-66B8-2A0C-77084C3E1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FA154-C754-4EC4-8349-CFE7CEC838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9050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58A74-15C2-D077-2A9A-5AA263B1F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E5A1C-21CF-612E-1734-26C31361D3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C058E6-AFDC-C43C-990A-EFA8B4D78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027CA-38F3-4666-A2F1-A78FCE94A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F438F-6B91-4617-852D-17D20878D1B3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2CADA0-1474-A6F4-1C3F-266B4E7C6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9FFC7-63D4-BA35-32AE-AB7A787CA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FA154-C754-4EC4-8349-CFE7CEC838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864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FE7B5-0ADD-58A8-7DF6-75C23C6EE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0BE21-D0D3-E9BA-3CF6-3933EACF5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F60B3D-29F3-B6D4-470C-31FA247F1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CAA63C-FE1E-194A-E681-25000E7334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57338B-1267-6EF6-CAA8-2F1FC28412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55F68D-9C75-B882-70D8-CEBFE0DB8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F438F-6B91-4617-852D-17D20878D1B3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0C53B5-12A7-2CCF-DE0A-1AEA2BBC8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EA1849-F121-91E0-3B28-847D311F8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FA154-C754-4EC4-8349-CFE7CEC838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6334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AA6B0-7ED0-205B-EFF4-7AC18340A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2BF3AB-2D53-A388-C845-BD4560441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F438F-6B91-4617-852D-17D20878D1B3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0598C-CF7E-C2F0-6CA1-1383FAC3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DC6F46-70F1-0D25-479C-5EA4C7637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FA154-C754-4EC4-8349-CFE7CEC838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548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C92BC1-9BF7-64AA-5AC5-B016AF399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F438F-6B91-4617-852D-17D20878D1B3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F75640-5996-C65B-E164-849A9894F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4860E-25FD-DE33-217C-A3F67FC23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FA154-C754-4EC4-8349-CFE7CEC838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2281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7665C-962D-5430-2CE8-18BC918BB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C1973-007A-9A00-7823-C23B615B8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5017EC-6369-924C-8B34-A37B6525A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B5C6D-C192-B48C-49FE-1BF3813C9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F438F-6B91-4617-852D-17D20878D1B3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E8989C-D204-32A9-BF92-F7A31916F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9B504-A36F-FA98-036A-FAFD6961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FA154-C754-4EC4-8349-CFE7CEC838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4892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8D48C-FD5F-ECBD-4B7A-5DCF1D655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ECBE4A-35DF-CB6D-6044-B5FAD50840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1D6CB-95D5-E50E-F24E-F5B412FD3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9CCD0-273C-C8F2-B0CB-E45602288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F438F-6B91-4617-852D-17D20878D1B3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7DE23-1674-91E0-C085-00EE3D314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5675E-4A65-4F81-4EC8-B764E72AC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FA154-C754-4EC4-8349-CFE7CEC838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0448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AD14C-EE5E-F252-6B22-E38D8DC61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898CC6-DD01-D138-00D4-4661AD20A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D2FE7-CF0D-E1F5-B844-89BF5B259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F438F-6B91-4617-852D-17D20878D1B3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A20C4-9911-0062-D230-5DC182C9B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3764B-0777-CF05-FE38-E797673FA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FA154-C754-4EC4-8349-CFE7CEC838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2983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E2BF3D-3E7F-2A8F-9F41-BA89FF3C1F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E7E92A-B371-165A-EF42-2A84D5084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080BE-0A4C-129F-14EB-968A905D8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F438F-6B91-4617-852D-17D20878D1B3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7E365-B986-701B-0896-50B6F5B30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F7D27-D32D-1048-F5EA-886C808D1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FA154-C754-4EC4-8349-CFE7CEC838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4512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74A537-275A-31A6-B4FB-83E4A0F32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AF362-6FEC-2DAB-379A-5654C0E3E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59C11-DBB5-F7D6-8224-FE886F3E0F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0F438F-6B91-4617-852D-17D20878D1B3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269C8-19B5-75AD-7955-D29E00A8EA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62CB3-CE35-3F93-6A1B-166B832982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0FA154-C754-4EC4-8349-CFE7CEC838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07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4EBEF-4B45-DE39-0DCD-B41E50CC52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Versioning for Data-Centric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D0BE02-BA78-5A9B-94B4-331CCB0D78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 workshop on the uses and benefits of versioning to help with versioning in DCE</a:t>
            </a:r>
          </a:p>
        </p:txBody>
      </p:sp>
    </p:spTree>
    <p:extLst>
      <p:ext uri="{BB962C8B-B14F-4D97-AF65-F5344CB8AC3E}">
        <p14:creationId xmlns:p14="http://schemas.microsoft.com/office/powerpoint/2010/main" val="1113340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6C072-8DA5-C39F-FE6A-EBE5A1D2C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problem: </a:t>
            </a:r>
            <a:br>
              <a:rPr lang="en-GB" dirty="0"/>
            </a:br>
            <a:r>
              <a:rPr lang="en-GB" dirty="0"/>
              <a:t>Final_this_oneFINAL_v3.py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9FC35-E1D9-57C6-5B08-CAFB94367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Script evolution is an iterative process</a:t>
            </a:r>
          </a:p>
          <a:p>
            <a:r>
              <a:rPr lang="en-GB" dirty="0"/>
              <a:t>Versioning software’s such as git provides a solution that can track and manage changes </a:t>
            </a:r>
          </a:p>
        </p:txBody>
      </p:sp>
    </p:spTree>
    <p:extLst>
      <p:ext uri="{BB962C8B-B14F-4D97-AF65-F5344CB8AC3E}">
        <p14:creationId xmlns:p14="http://schemas.microsoft.com/office/powerpoint/2010/main" val="391968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5FDB7-6D8A-44AE-B55F-B3BE04336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Versioning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19FB0-2C72-1979-C3FD-81C9E0528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Track file changes over time</a:t>
            </a:r>
          </a:p>
          <a:p>
            <a:r>
              <a:rPr lang="en-GB" dirty="0"/>
              <a:t>Records who changed what, when and why</a:t>
            </a:r>
          </a:p>
          <a:p>
            <a:r>
              <a:rPr lang="en-GB" dirty="0"/>
              <a:t>Maintains single source of truth</a:t>
            </a:r>
          </a:p>
          <a:p>
            <a:r>
              <a:rPr lang="en-GB" dirty="0"/>
              <a:t>Replaces manual file-duplication backups</a:t>
            </a:r>
          </a:p>
        </p:txBody>
      </p:sp>
    </p:spTree>
    <p:extLst>
      <p:ext uri="{BB962C8B-B14F-4D97-AF65-F5344CB8AC3E}">
        <p14:creationId xmlns:p14="http://schemas.microsoft.com/office/powerpoint/2010/main" val="1726711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FE8F9-5FFF-6DF8-2160-BDAFB388B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is versioning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DD0E4-FBE0-B311-845C-03097E45C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Whenever you use Ctrl-Z</a:t>
            </a:r>
          </a:p>
          <a:p>
            <a:r>
              <a:rPr lang="en-GB" dirty="0"/>
              <a:t>Word etc.</a:t>
            </a:r>
          </a:p>
          <a:p>
            <a:r>
              <a:rPr lang="en-GB" dirty="0" err="1"/>
              <a:t>Solidworks</a:t>
            </a:r>
            <a:r>
              <a:rPr lang="en-GB" dirty="0"/>
              <a:t> Cloud, </a:t>
            </a:r>
            <a:r>
              <a:rPr lang="en-GB" dirty="0" err="1"/>
              <a:t>onShape</a:t>
            </a:r>
            <a:r>
              <a:rPr lang="en-GB" dirty="0"/>
              <a:t>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5404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5191A-C5BA-DAE5-D5DB-5F748F26D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do I want versioning?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7C4C4-5303-2009-3617-F2395ADB3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Cloud backup</a:t>
            </a:r>
          </a:p>
          <a:p>
            <a:r>
              <a:rPr lang="en-GB" dirty="0"/>
              <a:t>Easy experimentation through branching</a:t>
            </a:r>
          </a:p>
          <a:p>
            <a:r>
              <a:rPr lang="en-GB" dirty="0"/>
              <a:t>Instant recovery from breaking bugs</a:t>
            </a:r>
          </a:p>
          <a:p>
            <a:r>
              <a:rPr lang="en-GB" dirty="0"/>
              <a:t>Clear accountability and team collaboration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9357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EED99-3D32-2283-55E2-F8B0AE1C8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Git vs </a:t>
            </a:r>
            <a:r>
              <a:rPr lang="en-GB" dirty="0" err="1"/>
              <a:t>Github</a:t>
            </a:r>
            <a:endParaRPr lang="en-GB" dirty="0"/>
          </a:p>
        </p:txBody>
      </p:sp>
      <p:pic>
        <p:nvPicPr>
          <p:cNvPr id="1028" name="Picture 4" descr="Git(local repo) and GitHub (remote repo) | The Startup">
            <a:extLst>
              <a:ext uri="{FF2B5EF4-FFF2-40B4-BE49-F238E27FC236}">
                <a16:creationId xmlns:a16="http://schemas.microsoft.com/office/drawing/2014/main" id="{82388769-9C8F-1890-7C5F-59EDC2742C3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256" y="1294683"/>
            <a:ext cx="773948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E34DE6-E646-6A4B-343B-A81C9F81D399}"/>
              </a:ext>
            </a:extLst>
          </p:cNvPr>
          <p:cNvSpPr txBox="1"/>
          <p:nvPr/>
        </p:nvSpPr>
        <p:spPr>
          <a:xfrm>
            <a:off x="2536722" y="4586748"/>
            <a:ext cx="41688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local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Used to track history and file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Takes snapshots (commits)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6E5671-4127-3F52-C89D-F4E152685526}"/>
              </a:ext>
            </a:extLst>
          </p:cNvPr>
          <p:cNvSpPr txBox="1"/>
          <p:nvPr/>
        </p:nvSpPr>
        <p:spPr>
          <a:xfrm>
            <a:off x="6617110" y="4586748"/>
            <a:ext cx="55748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web-based hosting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Enables safe collaboration in real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Acts as a central backup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7143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776A7D-257D-A576-3770-EB26D045D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Git work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1C4E47-D4DD-CB3A-EF82-23093F693A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You work as normal in your folder</a:t>
            </a:r>
          </a:p>
          <a:p>
            <a:r>
              <a:rPr lang="en-GB" dirty="0"/>
              <a:t>You can stage “good” changes to be committed</a:t>
            </a:r>
          </a:p>
          <a:p>
            <a:r>
              <a:rPr lang="en-GB" dirty="0"/>
              <a:t>You can commit your code to your repo for it to be used</a:t>
            </a:r>
          </a:p>
        </p:txBody>
      </p:sp>
      <p:pic>
        <p:nvPicPr>
          <p:cNvPr id="2052" name="Picture 4" descr="Git Serie: Part 1 Git Basics">
            <a:extLst>
              <a:ext uri="{FF2B5EF4-FFF2-40B4-BE49-F238E27FC236}">
                <a16:creationId xmlns:a16="http://schemas.microsoft.com/office/drawing/2014/main" id="{42F30C6E-0C2F-F033-9962-BB17C23D596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521" y="1926253"/>
            <a:ext cx="4510958" cy="4150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0323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7B29E-EBF2-7DDE-3784-7BC7A4826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snapshot/commit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B2FB2A-5AFC-B220-2CB1-70945F1CDF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A recorded state of an entire project at a moment in time</a:t>
            </a:r>
          </a:p>
          <a:p>
            <a:r>
              <a:rPr lang="en-GB" dirty="0"/>
              <a:t>Each commit comes with a message explaining what happened </a:t>
            </a:r>
          </a:p>
          <a:p>
            <a:r>
              <a:rPr lang="en-GB" dirty="0"/>
              <a:t>A continuous linked chain of history</a:t>
            </a:r>
          </a:p>
          <a:p>
            <a:endParaRPr lang="en-GB" dirty="0"/>
          </a:p>
        </p:txBody>
      </p:sp>
      <p:pic>
        <p:nvPicPr>
          <p:cNvPr id="1026" name="Picture 2" descr="Spy Photographing Noir Stock Photos - Free &amp; Royalty-Free Stock Photos from  Dreamstime">
            <a:extLst>
              <a:ext uri="{FF2B5EF4-FFF2-40B4-BE49-F238E27FC236}">
                <a16:creationId xmlns:a16="http://schemas.microsoft.com/office/drawing/2014/main" id="{9B40B7F7-D491-45B4-5E35-900941020DA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71935"/>
            <a:ext cx="5181600" cy="3458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8444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78132-DF2F-5C46-8986-B1A4C32F4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Git CLI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66E4A-997F-5D8E-8812-AE9AC99B1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onsolas" panose="020B0609020204030204" pitchFamily="49" charset="0"/>
              </a:rPr>
              <a:t>Git </a:t>
            </a:r>
            <a:r>
              <a:rPr lang="en-GB" dirty="0" err="1">
                <a:latin typeface="Consolas" panose="020B0609020204030204" pitchFamily="49" charset="0"/>
              </a:rPr>
              <a:t>init</a:t>
            </a:r>
            <a:endParaRPr lang="en-GB" dirty="0">
              <a:latin typeface="Consolas" panose="020B0609020204030204" pitchFamily="49" charset="0"/>
            </a:endParaRPr>
          </a:p>
          <a:p>
            <a:pPr lvl="1"/>
            <a:r>
              <a:rPr lang="en-GB" dirty="0"/>
              <a:t>Ran in the root folder of a project </a:t>
            </a:r>
          </a:p>
          <a:p>
            <a:r>
              <a:rPr lang="en-GB" dirty="0">
                <a:latin typeface="Consolas" panose="020B0609020204030204" pitchFamily="49" charset="0"/>
              </a:rPr>
              <a:t>Git add .</a:t>
            </a:r>
          </a:p>
          <a:p>
            <a:pPr lvl="1"/>
            <a:r>
              <a:rPr lang="en-GB" dirty="0"/>
              <a:t>The . adds all changes into the current commit but this can be file specific</a:t>
            </a:r>
          </a:p>
          <a:p>
            <a:r>
              <a:rPr lang="en-GB" dirty="0">
                <a:latin typeface="Consolas" panose="020B0609020204030204" pitchFamily="49" charset="0"/>
              </a:rPr>
              <a:t>Git commit –m “&lt;message&gt;” </a:t>
            </a:r>
          </a:p>
          <a:p>
            <a:pPr lvl="1"/>
            <a:r>
              <a:rPr lang="en-GB" dirty="0"/>
              <a:t>This is how you take a “snapshot” of the code </a:t>
            </a:r>
          </a:p>
          <a:p>
            <a:r>
              <a:rPr lang="en-GB" dirty="0">
                <a:latin typeface="Consolas" panose="020B0609020204030204" pitchFamily="49" charset="0"/>
              </a:rPr>
              <a:t>Git push/pull</a:t>
            </a:r>
          </a:p>
          <a:p>
            <a:pPr lvl="1"/>
            <a:r>
              <a:rPr lang="en-GB" dirty="0"/>
              <a:t>Use this to sync your code with remote servers like </a:t>
            </a:r>
            <a:r>
              <a:rPr lang="en-GB" dirty="0" err="1"/>
              <a:t>github</a:t>
            </a:r>
            <a:r>
              <a:rPr lang="en-GB" dirty="0"/>
              <a:t> or </a:t>
            </a:r>
            <a:r>
              <a:rPr lang="en-GB" dirty="0" err="1"/>
              <a:t>gitlabs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4777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236A3-79B6-CE74-4C8C-EABBFC4D5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Commit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523B5-B9CC-D091-2D03-0EB383568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104" y="1825625"/>
            <a:ext cx="3664974" cy="26873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&lt;type&gt;[optional scope]: &lt;description&gt;</a:t>
            </a:r>
          </a:p>
          <a:p>
            <a:pPr marL="0" indent="0">
              <a:buNone/>
            </a:pPr>
            <a:r>
              <a:rPr lang="en-GB" dirty="0"/>
              <a:t> </a:t>
            </a:r>
          </a:p>
          <a:p>
            <a:pPr marL="0" indent="0">
              <a:buNone/>
            </a:pPr>
            <a:r>
              <a:rPr lang="en-GB" dirty="0"/>
              <a:t>[optional body]</a:t>
            </a:r>
          </a:p>
          <a:p>
            <a:pPr marL="0" indent="0">
              <a:buNone/>
            </a:pPr>
            <a:r>
              <a:rPr lang="en-GB" dirty="0"/>
              <a:t> </a:t>
            </a:r>
          </a:p>
          <a:p>
            <a:pPr marL="0" indent="0">
              <a:buNone/>
            </a:pPr>
            <a:r>
              <a:rPr lang="en-GB" dirty="0"/>
              <a:t>[optional footer(s)]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AB2D85-FA1D-9486-A749-05F470CDA0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664233"/>
              </p:ext>
            </p:extLst>
          </p:nvPr>
        </p:nvGraphicFramePr>
        <p:xfrm>
          <a:off x="3988619" y="1366520"/>
          <a:ext cx="8127999" cy="549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4659">
                  <a:extLst>
                    <a:ext uri="{9D8B030D-6E8A-4147-A177-3AD203B41FA5}">
                      <a16:colId xmlns:a16="http://schemas.microsoft.com/office/drawing/2014/main" val="1390266875"/>
                    </a:ext>
                  </a:extLst>
                </a:gridCol>
                <a:gridCol w="4324007">
                  <a:extLst>
                    <a:ext uri="{9D8B030D-6E8A-4147-A177-3AD203B41FA5}">
                      <a16:colId xmlns:a16="http://schemas.microsoft.com/office/drawing/2014/main" val="14728064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72936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When to use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336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 new feature or capability added to the codebase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Feat(auth): add OAuth2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270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 bug 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Fix(solver): resolve matrix convergence crash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84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Documentation-only changes (README, wiki, comments)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Docs: update setup instructions to README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154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Refactor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 code change that neither fixes a bug or adds a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Refactor: simplify mesh generation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076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Perf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 code change that improves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Perf: vectorize distance calculation algorithm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367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Chore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Routine tasks, build tracking or dependency updates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Chore: bump </a:t>
                      </a:r>
                      <a:r>
                        <a:rPr lang="en-GB" dirty="0" err="1"/>
                        <a:t>numpy</a:t>
                      </a:r>
                      <a:r>
                        <a:rPr lang="en-GB" dirty="0"/>
                        <a:t> version to 1.26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971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Changes made to 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Test: add unit tests for boundary conditions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722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Changes made to CI config files and scripts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Ci: fix GitHub actions workflow syntax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326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5129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5F6C0-F52C-6DD8-FF78-3C10B792F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Branching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8FBEF-AF23-3A50-68DF-D050CA703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Branching creates a safe, parallel workspace in your project where you can experiment with new code or features without breaking your main, working version.</a:t>
            </a:r>
          </a:p>
        </p:txBody>
      </p:sp>
      <p:pic>
        <p:nvPicPr>
          <p:cNvPr id="4098" name="Picture 2" descr="Branching Strategies for The Development Teams | by A Passionate Programmer  - A Technology Enthusiast | Javarevisited | Medium">
            <a:extLst>
              <a:ext uri="{FF2B5EF4-FFF2-40B4-BE49-F238E27FC236}">
                <a16:creationId xmlns:a16="http://schemas.microsoft.com/office/drawing/2014/main" id="{C5DF65EF-F9C8-4025-8906-8A39F20770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3" t="2362" r="6233" b="10073"/>
          <a:stretch>
            <a:fillRect/>
          </a:stretch>
        </p:blipFill>
        <p:spPr bwMode="auto">
          <a:xfrm>
            <a:off x="6096000" y="2865450"/>
            <a:ext cx="5437238" cy="3628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3D58C5-8242-8D20-E680-D0D70EB842A4}"/>
              </a:ext>
            </a:extLst>
          </p:cNvPr>
          <p:cNvSpPr txBox="1"/>
          <p:nvPr/>
        </p:nvSpPr>
        <p:spPr>
          <a:xfrm>
            <a:off x="1113503" y="3126659"/>
            <a:ext cx="38419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Git branch &lt;name&gt;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Create a branch to work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Git branch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See all branches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Git merge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Merge your changes to another branch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8704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9B54D-8CD8-9D95-54EA-A91CABB4C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.</a:t>
            </a:r>
            <a:r>
              <a:rPr lang="en-GB" dirty="0" err="1"/>
              <a:t>gitignore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AC5BD-2864-F03D-22FF-CB9C5AA11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408174" cy="4351338"/>
          </a:xfrm>
        </p:spPr>
        <p:txBody>
          <a:bodyPr/>
          <a:lstStyle/>
          <a:p>
            <a:r>
              <a:rPr lang="en-GB" dirty="0"/>
              <a:t>Not everything needs to be tracked in git</a:t>
            </a:r>
          </a:p>
          <a:p>
            <a:r>
              <a:rPr lang="en-GB" dirty="0"/>
              <a:t>Files above 100MB should be avoided</a:t>
            </a:r>
          </a:p>
          <a:p>
            <a:r>
              <a:rPr lang="en-GB" dirty="0"/>
              <a:t>Large or unnecessary files shouldn’t be included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6AD431-1AEB-A958-C990-2B20B96DA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776" y="1321085"/>
            <a:ext cx="4277954" cy="504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708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5A3E5-A7BA-70AD-0A80-6C9FEF0BD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Git Large File Storage (LFS)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93453-CCE1-4556-AFA2-76E98B610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Git LFS swaps heavy files in your local project folder with tiny 130-byte text metadata pointers.</a:t>
            </a:r>
          </a:p>
          <a:p>
            <a:r>
              <a:rPr lang="en-GB" dirty="0"/>
              <a:t>When pushing your work, the actual binary gets redirected straight to LFS storage servers, bypassing Git's core history.</a:t>
            </a:r>
          </a:p>
          <a:p>
            <a:endParaRPr lang="en-GB" dirty="0"/>
          </a:p>
        </p:txBody>
      </p:sp>
      <p:pic>
        <p:nvPicPr>
          <p:cNvPr id="5122" name="Picture 2" descr="Git Large File Storage | Git Large File Storage (LFS) replaces large files  such as audio samples, videos, datasets, and graphics with text pointers  inside Git, while storing the file contents on">
            <a:extLst>
              <a:ext uri="{FF2B5EF4-FFF2-40B4-BE49-F238E27FC236}">
                <a16:creationId xmlns:a16="http://schemas.microsoft.com/office/drawing/2014/main" id="{7E947D75-F7EC-DB20-1C43-4200F2095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6658" y="3613834"/>
            <a:ext cx="5938684" cy="3117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1715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CE811-04FE-5FC2-43F2-7818F5065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Version Control (DVC)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0774F-B021-3930-2EA0-9BFBA9FF4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DVC tracks massive datasets and neural network weights by generating tiny human-readable tracked .</a:t>
            </a:r>
            <a:r>
              <a:rPr lang="en-GB" dirty="0" err="1"/>
              <a:t>dvc</a:t>
            </a:r>
            <a:r>
              <a:rPr lang="en-GB" dirty="0"/>
              <a:t> metafiles.</a:t>
            </a:r>
          </a:p>
          <a:p>
            <a:r>
              <a:rPr lang="en-GB" dirty="0"/>
              <a:t>The actual multi-gigabyte binaries are seamlessly pushed to central cloud buckets (S3, Google Cloud Storage, Azure).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904740-9C65-12C0-E85A-F9228AD32F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3" t="9083" r="6283" b="9371"/>
          <a:stretch>
            <a:fillRect/>
          </a:stretch>
        </p:blipFill>
        <p:spPr>
          <a:xfrm>
            <a:off x="3431457" y="3524196"/>
            <a:ext cx="5329086" cy="318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548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E9680-C695-3182-FE68-CDACE9DAE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LFS vs DVC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8473D3-A56B-FB41-2C6D-D37C87527D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1330464"/>
              </p:ext>
            </p:extLst>
          </p:nvPr>
        </p:nvGraphicFramePr>
        <p:xfrm>
          <a:off x="838200" y="1825625"/>
          <a:ext cx="10515597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69422117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6600720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9042034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40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Git LFS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DVC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630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/>
                        <a:t>Primary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Large files (binaries)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Datasets, models, pipelines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521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/>
                        <a:t>Cloud agnostic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Requires LFS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Works with S3, Azure, etc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37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/>
                        <a:t>Pipeline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Strong dependency tracking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850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Set and forget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Additional ClI tool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09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1748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C87F608-ADAC-43B4-3926-A4C6A4E24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9DE73A-1619-9F70-8381-2739050F69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2319522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17911</TotalTime>
  <Words>817</Words>
  <Application>Microsoft Office PowerPoint</Application>
  <PresentationFormat>Widescreen</PresentationFormat>
  <Paragraphs>136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Consolas</vt:lpstr>
      <vt:lpstr>Office Theme</vt:lpstr>
      <vt:lpstr>Versioning for Data-Centric Engineering</vt:lpstr>
      <vt:lpstr>The problem:  Final_this_oneFINAL_v3.py</vt:lpstr>
      <vt:lpstr>What is Versioning</vt:lpstr>
      <vt:lpstr>Where is versioning used</vt:lpstr>
      <vt:lpstr>Why do I want versioning?</vt:lpstr>
      <vt:lpstr>Git vs Github</vt:lpstr>
      <vt:lpstr>How does Git work</vt:lpstr>
      <vt:lpstr>What is a snapshot/commit</vt:lpstr>
      <vt:lpstr>Git CLI Functions</vt:lpstr>
      <vt:lpstr>Commit Messages</vt:lpstr>
      <vt:lpstr>Branching</vt:lpstr>
      <vt:lpstr>What is .gitignore</vt:lpstr>
      <vt:lpstr>Git Large File Storage (LFS)</vt:lpstr>
      <vt:lpstr>Data Version Control (DVC)</vt:lpstr>
      <vt:lpstr>LFS vs DVC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Frusher (jf7g23)</dc:creator>
  <cp:lastModifiedBy>Jacob Frusher (jf7g23)</cp:lastModifiedBy>
  <cp:revision>1</cp:revision>
  <dcterms:created xsi:type="dcterms:W3CDTF">2026-06-09T08:48:55Z</dcterms:created>
  <dcterms:modified xsi:type="dcterms:W3CDTF">2026-06-26T09:28:44Z</dcterms:modified>
</cp:coreProperties>
</file>