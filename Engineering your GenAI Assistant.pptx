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8A0EFE-A774-4E82-8F28-2D6FA0EDDA03}" v="5" dt="2026-06-24T13:09:21.6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Frusher (jf7g23)" userId="922a2d19-3b53-438e-b747-646904bec0e7" providerId="ADAL" clId="{5ED06E89-B953-47FE-82AF-C7A671668849}"/>
    <pc:docChg chg="undo custSel addSld modSld">
      <pc:chgData name="Jacob Frusher (jf7g23)" userId="922a2d19-3b53-438e-b747-646904bec0e7" providerId="ADAL" clId="{5ED06E89-B953-47FE-82AF-C7A671668849}" dt="2026-06-24T13:10:50.791" v="2686" actId="20577"/>
      <pc:docMkLst>
        <pc:docMk/>
      </pc:docMkLst>
      <pc:sldChg chg="modSp mod modNotesTx">
        <pc:chgData name="Jacob Frusher (jf7g23)" userId="922a2d19-3b53-438e-b747-646904bec0e7" providerId="ADAL" clId="{5ED06E89-B953-47FE-82AF-C7A671668849}" dt="2026-06-24T13:10:03.441" v="2570" actId="27636"/>
        <pc:sldMkLst>
          <pc:docMk/>
          <pc:sldMk cId="2744218208" sldId="257"/>
        </pc:sldMkLst>
        <pc:spChg chg="mod">
          <ac:chgData name="Jacob Frusher (jf7g23)" userId="922a2d19-3b53-438e-b747-646904bec0e7" providerId="ADAL" clId="{5ED06E89-B953-47FE-82AF-C7A671668849}" dt="2026-06-24T13:10:03.441" v="2570" actId="27636"/>
          <ac:spMkLst>
            <pc:docMk/>
            <pc:sldMk cId="2744218208" sldId="257"/>
            <ac:spMk id="3" creationId="{C1B9F4D0-65D9-8C40-950C-CA192D563B2D}"/>
          </ac:spMkLst>
        </pc:spChg>
      </pc:sldChg>
      <pc:sldChg chg="modNotesTx">
        <pc:chgData name="Jacob Frusher (jf7g23)" userId="922a2d19-3b53-438e-b747-646904bec0e7" providerId="ADAL" clId="{5ED06E89-B953-47FE-82AF-C7A671668849}" dt="2026-06-24T13:04:13.735" v="2038" actId="20577"/>
        <pc:sldMkLst>
          <pc:docMk/>
          <pc:sldMk cId="2388503155" sldId="258"/>
        </pc:sldMkLst>
      </pc:sldChg>
      <pc:sldChg chg="addSp delSp modSp mod modNotesTx">
        <pc:chgData name="Jacob Frusher (jf7g23)" userId="922a2d19-3b53-438e-b747-646904bec0e7" providerId="ADAL" clId="{5ED06E89-B953-47FE-82AF-C7A671668849}" dt="2026-06-24T13:05:14.952" v="2151" actId="20577"/>
        <pc:sldMkLst>
          <pc:docMk/>
          <pc:sldMk cId="1893506963" sldId="259"/>
        </pc:sldMkLst>
        <pc:spChg chg="add del mod">
          <ac:chgData name="Jacob Frusher (jf7g23)" userId="922a2d19-3b53-438e-b747-646904bec0e7" providerId="ADAL" clId="{5ED06E89-B953-47FE-82AF-C7A671668849}" dt="2026-06-24T13:05:08.730" v="2145" actId="33524"/>
          <ac:spMkLst>
            <pc:docMk/>
            <pc:sldMk cId="1893506963" sldId="259"/>
            <ac:spMk id="3" creationId="{F5893AC6-0AFE-D76F-3D6C-2B1C60CE9841}"/>
          </ac:spMkLst>
        </pc:spChg>
        <pc:spChg chg="add del mod">
          <ac:chgData name="Jacob Frusher (jf7g23)" userId="922a2d19-3b53-438e-b747-646904bec0e7" providerId="ADAL" clId="{5ED06E89-B953-47FE-82AF-C7A671668849}" dt="2026-06-24T13:04:25.757" v="2041" actId="21"/>
          <ac:spMkLst>
            <pc:docMk/>
            <pc:sldMk cId="1893506963" sldId="259"/>
            <ac:spMk id="5" creationId="{98BDDC97-3C47-7D6D-BFAD-5D5A808E2A35}"/>
          </ac:spMkLst>
        </pc:spChg>
      </pc:sldChg>
      <pc:sldChg chg="addSp modSp mod modNotesTx">
        <pc:chgData name="Jacob Frusher (jf7g23)" userId="922a2d19-3b53-438e-b747-646904bec0e7" providerId="ADAL" clId="{5ED06E89-B953-47FE-82AF-C7A671668849}" dt="2026-06-24T13:05:37.122" v="2195" actId="20577"/>
        <pc:sldMkLst>
          <pc:docMk/>
          <pc:sldMk cId="4062498442" sldId="260"/>
        </pc:sldMkLst>
        <pc:spChg chg="mod">
          <ac:chgData name="Jacob Frusher (jf7g23)" userId="922a2d19-3b53-438e-b747-646904bec0e7" providerId="ADAL" clId="{5ED06E89-B953-47FE-82AF-C7A671668849}" dt="2026-06-15T15:47:38.982" v="737" actId="20577"/>
          <ac:spMkLst>
            <pc:docMk/>
            <pc:sldMk cId="4062498442" sldId="260"/>
            <ac:spMk id="2" creationId="{8867CF7B-C2FA-3EA2-80D9-3CCB7A48053D}"/>
          </ac:spMkLst>
        </pc:spChg>
        <pc:spChg chg="mod">
          <ac:chgData name="Jacob Frusher (jf7g23)" userId="922a2d19-3b53-438e-b747-646904bec0e7" providerId="ADAL" clId="{5ED06E89-B953-47FE-82AF-C7A671668849}" dt="2026-06-15T15:48:16.625" v="804" actId="20577"/>
          <ac:spMkLst>
            <pc:docMk/>
            <pc:sldMk cId="4062498442" sldId="260"/>
            <ac:spMk id="3" creationId="{2F6A68F1-E023-84EE-D62E-F08A078635A8}"/>
          </ac:spMkLst>
        </pc:spChg>
        <pc:graphicFrameChg chg="add mod modGraphic">
          <ac:chgData name="Jacob Frusher (jf7g23)" userId="922a2d19-3b53-438e-b747-646904bec0e7" providerId="ADAL" clId="{5ED06E89-B953-47FE-82AF-C7A671668849}" dt="2026-06-24T13:05:25.875" v="2153" actId="20577"/>
          <ac:graphicFrameMkLst>
            <pc:docMk/>
            <pc:sldMk cId="4062498442" sldId="260"/>
            <ac:graphicFrameMk id="4" creationId="{FCA3745C-7C75-132C-2407-71D904CEC49E}"/>
          </ac:graphicFrameMkLst>
        </pc:graphicFrameChg>
      </pc:sldChg>
      <pc:sldChg chg="addSp delSp modSp mod modNotesTx">
        <pc:chgData name="Jacob Frusher (jf7g23)" userId="922a2d19-3b53-438e-b747-646904bec0e7" providerId="ADAL" clId="{5ED06E89-B953-47FE-82AF-C7A671668849}" dt="2026-06-24T13:05:56.388" v="2299" actId="20577"/>
        <pc:sldMkLst>
          <pc:docMk/>
          <pc:sldMk cId="245262706" sldId="261"/>
        </pc:sldMkLst>
        <pc:spChg chg="mod">
          <ac:chgData name="Jacob Frusher (jf7g23)" userId="922a2d19-3b53-438e-b747-646904bec0e7" providerId="ADAL" clId="{5ED06E89-B953-47FE-82AF-C7A671668849}" dt="2026-06-09T09:51:33.322" v="30" actId="20577"/>
          <ac:spMkLst>
            <pc:docMk/>
            <pc:sldMk cId="245262706" sldId="261"/>
            <ac:spMk id="2" creationId="{39CE8F39-8B41-5549-F5FA-E644947061C0}"/>
          </ac:spMkLst>
        </pc:spChg>
        <pc:graphicFrameChg chg="add mod modGraphic">
          <ac:chgData name="Jacob Frusher (jf7g23)" userId="922a2d19-3b53-438e-b747-646904bec0e7" providerId="ADAL" clId="{5ED06E89-B953-47FE-82AF-C7A671668849}" dt="2026-06-09T09:54:17.120" v="126"/>
          <ac:graphicFrameMkLst>
            <pc:docMk/>
            <pc:sldMk cId="245262706" sldId="261"/>
            <ac:graphicFrameMk id="4" creationId="{C0CBED38-A242-784A-3C67-988870201AA7}"/>
          </ac:graphicFrameMkLst>
        </pc:graphicFrameChg>
      </pc:sldChg>
      <pc:sldChg chg="addSp delSp modSp new mod modNotesTx">
        <pc:chgData name="Jacob Frusher (jf7g23)" userId="922a2d19-3b53-438e-b747-646904bec0e7" providerId="ADAL" clId="{5ED06E89-B953-47FE-82AF-C7A671668849}" dt="2026-06-24T13:07:17.668" v="2390" actId="20577"/>
        <pc:sldMkLst>
          <pc:docMk/>
          <pc:sldMk cId="688228558" sldId="262"/>
        </pc:sldMkLst>
        <pc:spChg chg="mod">
          <ac:chgData name="Jacob Frusher (jf7g23)" userId="922a2d19-3b53-438e-b747-646904bec0e7" providerId="ADAL" clId="{5ED06E89-B953-47FE-82AF-C7A671668849}" dt="2026-06-09T09:52:09.532" v="63" actId="20577"/>
          <ac:spMkLst>
            <pc:docMk/>
            <pc:sldMk cId="688228558" sldId="262"/>
            <ac:spMk id="2" creationId="{8069F8A8-7703-12AF-6922-3F2AEACEB5ED}"/>
          </ac:spMkLst>
        </pc:spChg>
        <pc:graphicFrameChg chg="add mod modGraphic">
          <ac:chgData name="Jacob Frusher (jf7g23)" userId="922a2d19-3b53-438e-b747-646904bec0e7" providerId="ADAL" clId="{5ED06E89-B953-47FE-82AF-C7A671668849}" dt="2026-06-09T09:55:49.201" v="198" actId="20577"/>
          <ac:graphicFrameMkLst>
            <pc:docMk/>
            <pc:sldMk cId="688228558" sldId="262"/>
            <ac:graphicFrameMk id="4" creationId="{436330EB-1774-A9D1-C129-E44062FB629D}"/>
          </ac:graphicFrameMkLst>
        </pc:graphicFrameChg>
      </pc:sldChg>
      <pc:sldChg chg="modSp new mod modNotesTx">
        <pc:chgData name="Jacob Frusher (jf7g23)" userId="922a2d19-3b53-438e-b747-646904bec0e7" providerId="ADAL" clId="{5ED06E89-B953-47FE-82AF-C7A671668849}" dt="2026-06-24T13:07:38.814" v="2522" actId="20577"/>
        <pc:sldMkLst>
          <pc:docMk/>
          <pc:sldMk cId="1514063266" sldId="263"/>
        </pc:sldMkLst>
        <pc:spChg chg="mod">
          <ac:chgData name="Jacob Frusher (jf7g23)" userId="922a2d19-3b53-438e-b747-646904bec0e7" providerId="ADAL" clId="{5ED06E89-B953-47FE-82AF-C7A671668849}" dt="2026-06-09T09:56:22.429" v="202" actId="108"/>
          <ac:spMkLst>
            <pc:docMk/>
            <pc:sldMk cId="1514063266" sldId="263"/>
            <ac:spMk id="2" creationId="{BD84961A-8526-2ACF-8AD1-483582CBA1D6}"/>
          </ac:spMkLst>
        </pc:spChg>
        <pc:spChg chg="mod">
          <ac:chgData name="Jacob Frusher (jf7g23)" userId="922a2d19-3b53-438e-b747-646904bec0e7" providerId="ADAL" clId="{5ED06E89-B953-47FE-82AF-C7A671668849}" dt="2026-06-09T09:58:59.902" v="207" actId="20577"/>
          <ac:spMkLst>
            <pc:docMk/>
            <pc:sldMk cId="1514063266" sldId="263"/>
            <ac:spMk id="3" creationId="{2FEAF727-BFE7-9B3C-1D9F-7DC00E023913}"/>
          </ac:spMkLst>
        </pc:spChg>
      </pc:sldChg>
      <pc:sldChg chg="addSp delSp modSp new mod modNotesTx">
        <pc:chgData name="Jacob Frusher (jf7g23)" userId="922a2d19-3b53-438e-b747-646904bec0e7" providerId="ADAL" clId="{5ED06E89-B953-47FE-82AF-C7A671668849}" dt="2026-06-24T13:09:27.204" v="2568" actId="313"/>
        <pc:sldMkLst>
          <pc:docMk/>
          <pc:sldMk cId="529565280" sldId="264"/>
        </pc:sldMkLst>
        <pc:spChg chg="mod">
          <ac:chgData name="Jacob Frusher (jf7g23)" userId="922a2d19-3b53-438e-b747-646904bec0e7" providerId="ADAL" clId="{5ED06E89-B953-47FE-82AF-C7A671668849}" dt="2026-06-09T10:23:35.589" v="709" actId="20577"/>
          <ac:spMkLst>
            <pc:docMk/>
            <pc:sldMk cId="529565280" sldId="264"/>
            <ac:spMk id="2" creationId="{C331260D-C350-AF9F-7272-88F3BA917A70}"/>
          </ac:spMkLst>
        </pc:spChg>
        <pc:spChg chg="add mod">
          <ac:chgData name="Jacob Frusher (jf7g23)" userId="922a2d19-3b53-438e-b747-646904bec0e7" providerId="ADAL" clId="{5ED06E89-B953-47FE-82AF-C7A671668849}" dt="2026-06-24T13:09:27.204" v="2568" actId="313"/>
          <ac:spMkLst>
            <pc:docMk/>
            <pc:sldMk cId="529565280" sldId="264"/>
            <ac:spMk id="5" creationId="{40CC49BC-FD84-4B93-4167-59F459A34C56}"/>
          </ac:spMkLst>
        </pc:spChg>
        <pc:picChg chg="add mod">
          <ac:chgData name="Jacob Frusher (jf7g23)" userId="922a2d19-3b53-438e-b747-646904bec0e7" providerId="ADAL" clId="{5ED06E89-B953-47FE-82AF-C7A671668849}" dt="2026-06-24T13:09:25.181" v="2566" actId="14100"/>
          <ac:picMkLst>
            <pc:docMk/>
            <pc:sldMk cId="529565280" sldId="264"/>
            <ac:picMk id="3" creationId="{133B213B-5757-14DB-70E2-B6F1AF1FBF5D}"/>
          </ac:picMkLst>
        </pc:picChg>
      </pc:sldChg>
      <pc:sldChg chg="addSp delSp modSp new mod modNotesTx">
        <pc:chgData name="Jacob Frusher (jf7g23)" userId="922a2d19-3b53-438e-b747-646904bec0e7" providerId="ADAL" clId="{5ED06E89-B953-47FE-82AF-C7A671668849}" dt="2026-06-19T14:25:04.962" v="1481" actId="20577"/>
        <pc:sldMkLst>
          <pc:docMk/>
          <pc:sldMk cId="2894827140" sldId="265"/>
        </pc:sldMkLst>
        <pc:spChg chg="mod">
          <ac:chgData name="Jacob Frusher (jf7g23)" userId="922a2d19-3b53-438e-b747-646904bec0e7" providerId="ADAL" clId="{5ED06E89-B953-47FE-82AF-C7A671668849}" dt="2026-06-09T10:00:22.965" v="279" actId="20577"/>
          <ac:spMkLst>
            <pc:docMk/>
            <pc:sldMk cId="2894827140" sldId="265"/>
            <ac:spMk id="2" creationId="{721948E8-2237-721E-F474-CB46B02649E1}"/>
          </ac:spMkLst>
        </pc:spChg>
        <pc:graphicFrameChg chg="add modGraphic">
          <ac:chgData name="Jacob Frusher (jf7g23)" userId="922a2d19-3b53-438e-b747-646904bec0e7" providerId="ADAL" clId="{5ED06E89-B953-47FE-82AF-C7A671668849}" dt="2026-06-19T14:25:04.962" v="1481" actId="20577"/>
          <ac:graphicFrameMkLst>
            <pc:docMk/>
            <pc:sldMk cId="2894827140" sldId="265"/>
            <ac:graphicFrameMk id="4" creationId="{3C94ED5C-F035-57C9-F76A-8F69D569A458}"/>
          </ac:graphicFrameMkLst>
        </pc:graphicFrameChg>
      </pc:sldChg>
      <pc:sldChg chg="modSp new mod">
        <pc:chgData name="Jacob Frusher (jf7g23)" userId="922a2d19-3b53-438e-b747-646904bec0e7" providerId="ADAL" clId="{5ED06E89-B953-47FE-82AF-C7A671668849}" dt="2026-06-24T12:31:37.652" v="1679" actId="403"/>
        <pc:sldMkLst>
          <pc:docMk/>
          <pc:sldMk cId="1176357413" sldId="266"/>
        </pc:sldMkLst>
        <pc:spChg chg="mod">
          <ac:chgData name="Jacob Frusher (jf7g23)" userId="922a2d19-3b53-438e-b747-646904bec0e7" providerId="ADAL" clId="{5ED06E89-B953-47FE-82AF-C7A671668849}" dt="2026-06-24T12:09:43.108" v="1527" actId="20577"/>
          <ac:spMkLst>
            <pc:docMk/>
            <pc:sldMk cId="1176357413" sldId="266"/>
            <ac:spMk id="2" creationId="{3C3A15E4-ABC5-52BA-D8B2-90DEB3D0A059}"/>
          </ac:spMkLst>
        </pc:spChg>
        <pc:spChg chg="mod">
          <ac:chgData name="Jacob Frusher (jf7g23)" userId="922a2d19-3b53-438e-b747-646904bec0e7" providerId="ADAL" clId="{5ED06E89-B953-47FE-82AF-C7A671668849}" dt="2026-06-24T12:31:37.652" v="1679" actId="403"/>
          <ac:spMkLst>
            <pc:docMk/>
            <pc:sldMk cId="1176357413" sldId="266"/>
            <ac:spMk id="3" creationId="{611A33C7-B6E2-07EB-99F8-954AFF916A02}"/>
          </ac:spMkLst>
        </pc:spChg>
      </pc:sldChg>
      <pc:sldChg chg="modSp new mod modNotesTx">
        <pc:chgData name="Jacob Frusher (jf7g23)" userId="922a2d19-3b53-438e-b747-646904bec0e7" providerId="ADAL" clId="{5ED06E89-B953-47FE-82AF-C7A671668849}" dt="2026-06-24T13:10:50.791" v="2686" actId="20577"/>
        <pc:sldMkLst>
          <pc:docMk/>
          <pc:sldMk cId="2861751719" sldId="267"/>
        </pc:sldMkLst>
        <pc:spChg chg="mod">
          <ac:chgData name="Jacob Frusher (jf7g23)" userId="922a2d19-3b53-438e-b747-646904bec0e7" providerId="ADAL" clId="{5ED06E89-B953-47FE-82AF-C7A671668849}" dt="2026-06-24T12:42:41.314" v="1848" actId="20577"/>
          <ac:spMkLst>
            <pc:docMk/>
            <pc:sldMk cId="2861751719" sldId="267"/>
            <ac:spMk id="2" creationId="{DDA680F1-6DF2-8589-D0BA-2A06E0C9F753}"/>
          </ac:spMkLst>
        </pc:spChg>
        <pc:spChg chg="mod">
          <ac:chgData name="Jacob Frusher (jf7g23)" userId="922a2d19-3b53-438e-b747-646904bec0e7" providerId="ADAL" clId="{5ED06E89-B953-47FE-82AF-C7A671668849}" dt="2026-06-24T12:44:31.064" v="1854" actId="20577"/>
          <ac:spMkLst>
            <pc:docMk/>
            <pc:sldMk cId="2861751719" sldId="267"/>
            <ac:spMk id="3" creationId="{0484BC51-A800-1BDB-FFEA-5F1009FA60F2}"/>
          </ac:spMkLst>
        </pc:spChg>
      </pc:sldChg>
      <pc:sldChg chg="add">
        <pc:chgData name="Jacob Frusher (jf7g23)" userId="922a2d19-3b53-438e-b747-646904bec0e7" providerId="ADAL" clId="{5ED06E89-B953-47FE-82AF-C7A671668849}" dt="2026-06-24T12:09:47.601" v="1528"/>
        <pc:sldMkLst>
          <pc:docMk/>
          <pc:sldMk cId="2319522517" sldId="27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D2A8F9-96E2-482D-9995-482CE3AE9104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F4CE6EC-0AE0-49C8-B051-BE287AD79959}">
      <dgm:prSet phldrT="[Text]" phldr="0"/>
      <dgm:spPr/>
      <dgm:t>
        <a:bodyPr/>
        <a:lstStyle/>
        <a:p>
          <a:r>
            <a:rPr lang="en-GB" dirty="0"/>
            <a:t>Chain of Thought</a:t>
          </a:r>
        </a:p>
      </dgm:t>
    </dgm:pt>
    <dgm:pt modelId="{D5C1103D-3A71-4B7B-9829-3A7CB0D540A5}" type="parTrans" cxnId="{E3E2A199-18C7-47D8-A868-F50D0B223B1A}">
      <dgm:prSet/>
      <dgm:spPr/>
      <dgm:t>
        <a:bodyPr/>
        <a:lstStyle/>
        <a:p>
          <a:endParaRPr lang="en-GB"/>
        </a:p>
      </dgm:t>
    </dgm:pt>
    <dgm:pt modelId="{027F46F4-C5F7-47F1-80B7-FEB245EDAB8E}" type="sibTrans" cxnId="{E3E2A199-18C7-47D8-A868-F50D0B223B1A}">
      <dgm:prSet/>
      <dgm:spPr/>
      <dgm:t>
        <a:bodyPr/>
        <a:lstStyle/>
        <a:p>
          <a:endParaRPr lang="en-GB"/>
        </a:p>
      </dgm:t>
    </dgm:pt>
    <dgm:pt modelId="{D1E78CCA-AA1D-496D-8914-CF192395E9BB}">
      <dgm:prSet phldrT="[Text]"/>
      <dgm:spPr/>
      <dgm:t>
        <a:bodyPr/>
        <a:lstStyle/>
        <a:p>
          <a:pPr>
            <a:buNone/>
          </a:pPr>
          <a:r>
            <a:rPr lang="en-GB" b="0" i="0" dirty="0"/>
            <a:t>Instruct the AI to show its working steps. Prompt: </a:t>
          </a:r>
          <a:r>
            <a:rPr lang="en-GB" b="0" i="1" dirty="0"/>
            <a:t>"Break down the stress-tensor calculation step-by-step before calculating the final value."</a:t>
          </a:r>
          <a:r>
            <a:rPr lang="en-GB" b="0" i="0" dirty="0"/>
            <a:t> This dramatically reduces mathematical hallucinations.</a:t>
          </a:r>
          <a:endParaRPr lang="en-GB" dirty="0"/>
        </a:p>
      </dgm:t>
    </dgm:pt>
    <dgm:pt modelId="{8544A66A-233D-4C67-904E-6CCBE1CAE20A}" type="parTrans" cxnId="{385B9751-0574-454A-AAC3-984A3A3D40C6}">
      <dgm:prSet/>
      <dgm:spPr/>
      <dgm:t>
        <a:bodyPr/>
        <a:lstStyle/>
        <a:p>
          <a:endParaRPr lang="en-GB"/>
        </a:p>
      </dgm:t>
    </dgm:pt>
    <dgm:pt modelId="{2D6598E6-E5C4-4264-8667-6559406A5C8A}" type="sibTrans" cxnId="{385B9751-0574-454A-AAC3-984A3A3D40C6}">
      <dgm:prSet/>
      <dgm:spPr/>
      <dgm:t>
        <a:bodyPr/>
        <a:lstStyle/>
        <a:p>
          <a:endParaRPr lang="en-GB"/>
        </a:p>
      </dgm:t>
    </dgm:pt>
    <dgm:pt modelId="{D617B605-3770-44FB-81B5-D37365FBA87F}">
      <dgm:prSet phldrT="[Text]" phldr="0"/>
      <dgm:spPr/>
      <dgm:t>
        <a:bodyPr/>
        <a:lstStyle/>
        <a:p>
          <a:r>
            <a:rPr lang="en-GB" dirty="0"/>
            <a:t>Demand Citations</a:t>
          </a:r>
        </a:p>
      </dgm:t>
    </dgm:pt>
    <dgm:pt modelId="{B0F66D32-29AB-4DFE-A9AE-E7531243E5C3}" type="parTrans" cxnId="{8BC3759C-975E-44C9-B58A-06B02EFB3324}">
      <dgm:prSet/>
      <dgm:spPr/>
      <dgm:t>
        <a:bodyPr/>
        <a:lstStyle/>
        <a:p>
          <a:endParaRPr lang="en-GB"/>
        </a:p>
      </dgm:t>
    </dgm:pt>
    <dgm:pt modelId="{44B17380-85D0-4D1A-AC5D-27C03DC0D145}" type="sibTrans" cxnId="{8BC3759C-975E-44C9-B58A-06B02EFB3324}">
      <dgm:prSet/>
      <dgm:spPr/>
      <dgm:t>
        <a:bodyPr/>
        <a:lstStyle/>
        <a:p>
          <a:endParaRPr lang="en-GB"/>
        </a:p>
      </dgm:t>
    </dgm:pt>
    <dgm:pt modelId="{857CF636-0D13-40C5-A13B-6765DAF04AE7}">
      <dgm:prSet phldrT="[Text]"/>
      <dgm:spPr/>
      <dgm:t>
        <a:bodyPr/>
        <a:lstStyle/>
        <a:p>
          <a:pPr>
            <a:buNone/>
          </a:pPr>
          <a:r>
            <a:rPr lang="en-GB" b="0" i="0" dirty="0"/>
            <a:t>Prevent false references by prompting: </a:t>
          </a:r>
          <a:r>
            <a:rPr lang="en-GB" b="0" i="1" dirty="0"/>
            <a:t>"Only use verified, real-world URLs and standard journals. State if you cannot find a primary source."</a:t>
          </a:r>
          <a:r>
            <a:rPr lang="en-GB" b="0" i="0" dirty="0"/>
            <a:t> Always manually verify every DOI provided.</a:t>
          </a:r>
          <a:endParaRPr lang="en-GB" dirty="0"/>
        </a:p>
      </dgm:t>
    </dgm:pt>
    <dgm:pt modelId="{60A90D6C-C073-42F3-8038-1E2569F765DE}" type="parTrans" cxnId="{9AC6E452-DB2F-465F-AA3D-1324E8A72FD6}">
      <dgm:prSet/>
      <dgm:spPr/>
      <dgm:t>
        <a:bodyPr/>
        <a:lstStyle/>
        <a:p>
          <a:endParaRPr lang="en-GB"/>
        </a:p>
      </dgm:t>
    </dgm:pt>
    <dgm:pt modelId="{78932247-2755-4E1E-B80E-D0A4B0F498B0}" type="sibTrans" cxnId="{9AC6E452-DB2F-465F-AA3D-1324E8A72FD6}">
      <dgm:prSet/>
      <dgm:spPr/>
      <dgm:t>
        <a:bodyPr/>
        <a:lstStyle/>
        <a:p>
          <a:endParaRPr lang="en-GB"/>
        </a:p>
      </dgm:t>
    </dgm:pt>
    <dgm:pt modelId="{4CB0BDDA-F6E1-4514-915A-1EB424D5A7D4}">
      <dgm:prSet phldrT="[Text]" phldr="0"/>
      <dgm:spPr/>
      <dgm:t>
        <a:bodyPr/>
        <a:lstStyle/>
        <a:p>
          <a:r>
            <a:rPr lang="en-GB" dirty="0"/>
            <a:t>Iterative Critique</a:t>
          </a:r>
        </a:p>
      </dgm:t>
    </dgm:pt>
    <dgm:pt modelId="{6645A2AA-0E9B-417A-8B9D-D92835818650}" type="parTrans" cxnId="{50CD721C-111E-4D2B-AA92-004481B7FCA9}">
      <dgm:prSet/>
      <dgm:spPr/>
      <dgm:t>
        <a:bodyPr/>
        <a:lstStyle/>
        <a:p>
          <a:endParaRPr lang="en-GB"/>
        </a:p>
      </dgm:t>
    </dgm:pt>
    <dgm:pt modelId="{3D871DA5-A775-476D-8841-558332C8C138}" type="sibTrans" cxnId="{50CD721C-111E-4D2B-AA92-004481B7FCA9}">
      <dgm:prSet/>
      <dgm:spPr/>
      <dgm:t>
        <a:bodyPr/>
        <a:lstStyle/>
        <a:p>
          <a:endParaRPr lang="en-GB"/>
        </a:p>
      </dgm:t>
    </dgm:pt>
    <dgm:pt modelId="{4845AB87-CD40-44B2-AB2C-DD2B44CBDED9}">
      <dgm:prSet phldrT="[Text]"/>
      <dgm:spPr/>
      <dgm:t>
        <a:bodyPr/>
        <a:lstStyle/>
        <a:p>
          <a:pPr>
            <a:buNone/>
          </a:pPr>
          <a:r>
            <a:rPr lang="en-GB" b="0" i="0" dirty="0"/>
            <a:t>Ask GenAI to actively spot weaknesses in your drafts: </a:t>
          </a:r>
          <a:r>
            <a:rPr lang="en-GB" b="0" i="1" dirty="0"/>
            <a:t>"I will provide a code draft. Act as a systems debugger and find potential edge-case failures or memory leaks in my logic."</a:t>
          </a:r>
          <a:endParaRPr lang="en-GB" dirty="0"/>
        </a:p>
      </dgm:t>
    </dgm:pt>
    <dgm:pt modelId="{CEFF3601-56A9-4D7F-91B6-77EAA4AFB38C}" type="parTrans" cxnId="{9AF3114A-B2B1-4A0E-B930-79CC1FEDB406}">
      <dgm:prSet/>
      <dgm:spPr/>
      <dgm:t>
        <a:bodyPr/>
        <a:lstStyle/>
        <a:p>
          <a:endParaRPr lang="en-GB"/>
        </a:p>
      </dgm:t>
    </dgm:pt>
    <dgm:pt modelId="{8D0B44D3-5635-4429-B1CE-2AD8A58E96CE}" type="sibTrans" cxnId="{9AF3114A-B2B1-4A0E-B930-79CC1FEDB406}">
      <dgm:prSet/>
      <dgm:spPr/>
      <dgm:t>
        <a:bodyPr/>
        <a:lstStyle/>
        <a:p>
          <a:endParaRPr lang="en-GB"/>
        </a:p>
      </dgm:t>
    </dgm:pt>
    <dgm:pt modelId="{644C6FC7-6EEB-4B2A-AF70-C6816A4E3BB3}" type="pres">
      <dgm:prSet presAssocID="{21D2A8F9-96E2-482D-9995-482CE3AE9104}" presName="Name0" presStyleCnt="0">
        <dgm:presLayoutVars>
          <dgm:dir/>
          <dgm:animLvl val="lvl"/>
          <dgm:resizeHandles val="exact"/>
        </dgm:presLayoutVars>
      </dgm:prSet>
      <dgm:spPr/>
    </dgm:pt>
    <dgm:pt modelId="{6AB69A52-3DA8-4BB2-8CA6-A3DC697422D9}" type="pres">
      <dgm:prSet presAssocID="{AF4CE6EC-0AE0-49C8-B051-BE287AD79959}" presName="composite" presStyleCnt="0"/>
      <dgm:spPr/>
    </dgm:pt>
    <dgm:pt modelId="{36DFBA89-FF12-4CEE-8581-8A771E3D4828}" type="pres">
      <dgm:prSet presAssocID="{AF4CE6EC-0AE0-49C8-B051-BE287AD7995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CFB110F-638D-428A-8D62-4AB998DA8767}" type="pres">
      <dgm:prSet presAssocID="{AF4CE6EC-0AE0-49C8-B051-BE287AD79959}" presName="desTx" presStyleLbl="alignAccFollowNode1" presStyleIdx="0" presStyleCnt="3">
        <dgm:presLayoutVars>
          <dgm:bulletEnabled val="1"/>
        </dgm:presLayoutVars>
      </dgm:prSet>
      <dgm:spPr/>
    </dgm:pt>
    <dgm:pt modelId="{F6852101-B4D6-48BA-B42E-53B50675AD98}" type="pres">
      <dgm:prSet presAssocID="{027F46F4-C5F7-47F1-80B7-FEB245EDAB8E}" presName="space" presStyleCnt="0"/>
      <dgm:spPr/>
    </dgm:pt>
    <dgm:pt modelId="{F6324300-1F6F-4213-A962-B5E734A02832}" type="pres">
      <dgm:prSet presAssocID="{D617B605-3770-44FB-81B5-D37365FBA87F}" presName="composite" presStyleCnt="0"/>
      <dgm:spPr/>
    </dgm:pt>
    <dgm:pt modelId="{09327DC0-4540-424D-AA59-F68346A91FAA}" type="pres">
      <dgm:prSet presAssocID="{D617B605-3770-44FB-81B5-D37365FBA87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1C7E0A57-6F04-4C07-B988-BEAB393D8A9D}" type="pres">
      <dgm:prSet presAssocID="{D617B605-3770-44FB-81B5-D37365FBA87F}" presName="desTx" presStyleLbl="alignAccFollowNode1" presStyleIdx="1" presStyleCnt="3">
        <dgm:presLayoutVars>
          <dgm:bulletEnabled val="1"/>
        </dgm:presLayoutVars>
      </dgm:prSet>
      <dgm:spPr/>
    </dgm:pt>
    <dgm:pt modelId="{1791FA11-B96D-47A9-8F5A-BAD30D49DBD5}" type="pres">
      <dgm:prSet presAssocID="{44B17380-85D0-4D1A-AC5D-27C03DC0D145}" presName="space" presStyleCnt="0"/>
      <dgm:spPr/>
    </dgm:pt>
    <dgm:pt modelId="{3F4B6BBE-ED81-42B2-966D-6D3A0B4FAB35}" type="pres">
      <dgm:prSet presAssocID="{4CB0BDDA-F6E1-4514-915A-1EB424D5A7D4}" presName="composite" presStyleCnt="0"/>
      <dgm:spPr/>
    </dgm:pt>
    <dgm:pt modelId="{034C0B15-E67B-43C5-813E-11A37E7ADB3D}" type="pres">
      <dgm:prSet presAssocID="{4CB0BDDA-F6E1-4514-915A-1EB424D5A7D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9F80C3C-96F5-4371-8364-2590E700D685}" type="pres">
      <dgm:prSet presAssocID="{4CB0BDDA-F6E1-4514-915A-1EB424D5A7D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0CD721C-111E-4D2B-AA92-004481B7FCA9}" srcId="{21D2A8F9-96E2-482D-9995-482CE3AE9104}" destId="{4CB0BDDA-F6E1-4514-915A-1EB424D5A7D4}" srcOrd="2" destOrd="0" parTransId="{6645A2AA-0E9B-417A-8B9D-D92835818650}" sibTransId="{3D871DA5-A775-476D-8841-558332C8C138}"/>
    <dgm:cxn modelId="{13829522-04AA-457A-BF9B-0FDD91CD87AC}" type="presOf" srcId="{4845AB87-CD40-44B2-AB2C-DD2B44CBDED9}" destId="{79F80C3C-96F5-4371-8364-2590E700D685}" srcOrd="0" destOrd="0" presId="urn:microsoft.com/office/officeart/2005/8/layout/hList1"/>
    <dgm:cxn modelId="{82CD0424-9481-4AA2-A8AD-B73E921747C7}" type="presOf" srcId="{D1E78CCA-AA1D-496D-8914-CF192395E9BB}" destId="{7CFB110F-638D-428A-8D62-4AB998DA8767}" srcOrd="0" destOrd="0" presId="urn:microsoft.com/office/officeart/2005/8/layout/hList1"/>
    <dgm:cxn modelId="{8586D42D-F2E7-47B0-9101-1F28F93403DA}" type="presOf" srcId="{857CF636-0D13-40C5-A13B-6765DAF04AE7}" destId="{1C7E0A57-6F04-4C07-B988-BEAB393D8A9D}" srcOrd="0" destOrd="0" presId="urn:microsoft.com/office/officeart/2005/8/layout/hList1"/>
    <dgm:cxn modelId="{28127E44-8839-4616-997B-1D41EB233665}" type="presOf" srcId="{21D2A8F9-96E2-482D-9995-482CE3AE9104}" destId="{644C6FC7-6EEB-4B2A-AF70-C6816A4E3BB3}" srcOrd="0" destOrd="0" presId="urn:microsoft.com/office/officeart/2005/8/layout/hList1"/>
    <dgm:cxn modelId="{9AF3114A-B2B1-4A0E-B930-79CC1FEDB406}" srcId="{4CB0BDDA-F6E1-4514-915A-1EB424D5A7D4}" destId="{4845AB87-CD40-44B2-AB2C-DD2B44CBDED9}" srcOrd="0" destOrd="0" parTransId="{CEFF3601-56A9-4D7F-91B6-77EAA4AFB38C}" sibTransId="{8D0B44D3-5635-4429-B1CE-2AD8A58E96CE}"/>
    <dgm:cxn modelId="{385B9751-0574-454A-AAC3-984A3A3D40C6}" srcId="{AF4CE6EC-0AE0-49C8-B051-BE287AD79959}" destId="{D1E78CCA-AA1D-496D-8914-CF192395E9BB}" srcOrd="0" destOrd="0" parTransId="{8544A66A-233D-4C67-904E-6CCBE1CAE20A}" sibTransId="{2D6598E6-E5C4-4264-8667-6559406A5C8A}"/>
    <dgm:cxn modelId="{9AC6E452-DB2F-465F-AA3D-1324E8A72FD6}" srcId="{D617B605-3770-44FB-81B5-D37365FBA87F}" destId="{857CF636-0D13-40C5-A13B-6765DAF04AE7}" srcOrd="0" destOrd="0" parTransId="{60A90D6C-C073-42F3-8038-1E2569F765DE}" sibTransId="{78932247-2755-4E1E-B80E-D0A4B0F498B0}"/>
    <dgm:cxn modelId="{A61F528C-F03C-4DDD-86E1-BD219662F9F3}" type="presOf" srcId="{4CB0BDDA-F6E1-4514-915A-1EB424D5A7D4}" destId="{034C0B15-E67B-43C5-813E-11A37E7ADB3D}" srcOrd="0" destOrd="0" presId="urn:microsoft.com/office/officeart/2005/8/layout/hList1"/>
    <dgm:cxn modelId="{26DFB891-A124-4792-875B-8EA53180FB02}" type="presOf" srcId="{AF4CE6EC-0AE0-49C8-B051-BE287AD79959}" destId="{36DFBA89-FF12-4CEE-8581-8A771E3D4828}" srcOrd="0" destOrd="0" presId="urn:microsoft.com/office/officeart/2005/8/layout/hList1"/>
    <dgm:cxn modelId="{E3E2A199-18C7-47D8-A868-F50D0B223B1A}" srcId="{21D2A8F9-96E2-482D-9995-482CE3AE9104}" destId="{AF4CE6EC-0AE0-49C8-B051-BE287AD79959}" srcOrd="0" destOrd="0" parTransId="{D5C1103D-3A71-4B7B-9829-3A7CB0D540A5}" sibTransId="{027F46F4-C5F7-47F1-80B7-FEB245EDAB8E}"/>
    <dgm:cxn modelId="{8BC3759C-975E-44C9-B58A-06B02EFB3324}" srcId="{21D2A8F9-96E2-482D-9995-482CE3AE9104}" destId="{D617B605-3770-44FB-81B5-D37365FBA87F}" srcOrd="1" destOrd="0" parTransId="{B0F66D32-29AB-4DFE-A9AE-E7531243E5C3}" sibTransId="{44B17380-85D0-4D1A-AC5D-27C03DC0D145}"/>
    <dgm:cxn modelId="{73C02AB5-46C2-483C-AFA9-B88F7F4E4A4B}" type="presOf" srcId="{D617B605-3770-44FB-81B5-D37365FBA87F}" destId="{09327DC0-4540-424D-AA59-F68346A91FAA}" srcOrd="0" destOrd="0" presId="urn:microsoft.com/office/officeart/2005/8/layout/hList1"/>
    <dgm:cxn modelId="{9505C9C2-00F5-4781-A257-848CCB0F273F}" type="presParOf" srcId="{644C6FC7-6EEB-4B2A-AF70-C6816A4E3BB3}" destId="{6AB69A52-3DA8-4BB2-8CA6-A3DC697422D9}" srcOrd="0" destOrd="0" presId="urn:microsoft.com/office/officeart/2005/8/layout/hList1"/>
    <dgm:cxn modelId="{9E99F26F-52BF-47B5-8EF3-EC67265389A7}" type="presParOf" srcId="{6AB69A52-3DA8-4BB2-8CA6-A3DC697422D9}" destId="{36DFBA89-FF12-4CEE-8581-8A771E3D4828}" srcOrd="0" destOrd="0" presId="urn:microsoft.com/office/officeart/2005/8/layout/hList1"/>
    <dgm:cxn modelId="{A063459A-EE3B-4B1F-8089-F1D1B89D0FAE}" type="presParOf" srcId="{6AB69A52-3DA8-4BB2-8CA6-A3DC697422D9}" destId="{7CFB110F-638D-428A-8D62-4AB998DA8767}" srcOrd="1" destOrd="0" presId="urn:microsoft.com/office/officeart/2005/8/layout/hList1"/>
    <dgm:cxn modelId="{EAD13928-697A-4916-A2C2-0B8EA81DE70A}" type="presParOf" srcId="{644C6FC7-6EEB-4B2A-AF70-C6816A4E3BB3}" destId="{F6852101-B4D6-48BA-B42E-53B50675AD98}" srcOrd="1" destOrd="0" presId="urn:microsoft.com/office/officeart/2005/8/layout/hList1"/>
    <dgm:cxn modelId="{1744777E-F61D-4EAC-8014-92EB06FCEDB7}" type="presParOf" srcId="{644C6FC7-6EEB-4B2A-AF70-C6816A4E3BB3}" destId="{F6324300-1F6F-4213-A962-B5E734A02832}" srcOrd="2" destOrd="0" presId="urn:microsoft.com/office/officeart/2005/8/layout/hList1"/>
    <dgm:cxn modelId="{D7B76EBA-633E-4D57-BCA4-6F502714939C}" type="presParOf" srcId="{F6324300-1F6F-4213-A962-B5E734A02832}" destId="{09327DC0-4540-424D-AA59-F68346A91FAA}" srcOrd="0" destOrd="0" presId="urn:microsoft.com/office/officeart/2005/8/layout/hList1"/>
    <dgm:cxn modelId="{50F70810-C12D-4993-950A-06DA4EBBACCA}" type="presParOf" srcId="{F6324300-1F6F-4213-A962-B5E734A02832}" destId="{1C7E0A57-6F04-4C07-B988-BEAB393D8A9D}" srcOrd="1" destOrd="0" presId="urn:microsoft.com/office/officeart/2005/8/layout/hList1"/>
    <dgm:cxn modelId="{E0B317ED-503C-4B12-8357-D557D236D750}" type="presParOf" srcId="{644C6FC7-6EEB-4B2A-AF70-C6816A4E3BB3}" destId="{1791FA11-B96D-47A9-8F5A-BAD30D49DBD5}" srcOrd="3" destOrd="0" presId="urn:microsoft.com/office/officeart/2005/8/layout/hList1"/>
    <dgm:cxn modelId="{60BAE87A-1EBA-4686-8B11-37341749485C}" type="presParOf" srcId="{644C6FC7-6EEB-4B2A-AF70-C6816A4E3BB3}" destId="{3F4B6BBE-ED81-42B2-966D-6D3A0B4FAB35}" srcOrd="4" destOrd="0" presId="urn:microsoft.com/office/officeart/2005/8/layout/hList1"/>
    <dgm:cxn modelId="{016BD4C0-2E2E-4CED-A861-F04CBEB584FE}" type="presParOf" srcId="{3F4B6BBE-ED81-42B2-966D-6D3A0B4FAB35}" destId="{034C0B15-E67B-43C5-813E-11A37E7ADB3D}" srcOrd="0" destOrd="0" presId="urn:microsoft.com/office/officeart/2005/8/layout/hList1"/>
    <dgm:cxn modelId="{C43694F0-5AFC-4B15-ACBE-93395ED709F3}" type="presParOf" srcId="{3F4B6BBE-ED81-42B2-966D-6D3A0B4FAB35}" destId="{79F80C3C-96F5-4371-8364-2590E700D68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E8E4E8-826B-46D5-ACB8-4C20BE2124E1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520E203-3424-4103-B7C3-A3BB66E9FDCE}">
      <dgm:prSet phldrT="[Text]" phldr="0"/>
      <dgm:spPr/>
      <dgm:t>
        <a:bodyPr/>
        <a:lstStyle/>
        <a:p>
          <a:r>
            <a:rPr lang="en-GB" dirty="0"/>
            <a:t>Assign an Explicit Role</a:t>
          </a:r>
        </a:p>
      </dgm:t>
    </dgm:pt>
    <dgm:pt modelId="{3D0E91B2-8D41-4BA0-88FB-02EAF46617C7}" type="parTrans" cxnId="{291B34A3-6929-44DA-B212-A3EC112A54A2}">
      <dgm:prSet/>
      <dgm:spPr/>
      <dgm:t>
        <a:bodyPr/>
        <a:lstStyle/>
        <a:p>
          <a:endParaRPr lang="en-GB"/>
        </a:p>
      </dgm:t>
    </dgm:pt>
    <dgm:pt modelId="{4F692798-0C08-45B1-9AF1-81D681E2A751}" type="sibTrans" cxnId="{291B34A3-6929-44DA-B212-A3EC112A54A2}">
      <dgm:prSet/>
      <dgm:spPr/>
      <dgm:t>
        <a:bodyPr/>
        <a:lstStyle/>
        <a:p>
          <a:endParaRPr lang="en-GB"/>
        </a:p>
      </dgm:t>
    </dgm:pt>
    <dgm:pt modelId="{4A87FAE9-8B8D-463E-B5F8-CAECC7B6E19A}">
      <dgm:prSet phldrT="[Text]"/>
      <dgm:spPr/>
      <dgm:t>
        <a:bodyPr/>
        <a:lstStyle/>
        <a:p>
          <a:pPr>
            <a:buNone/>
          </a:pPr>
          <a:r>
            <a:rPr lang="en-GB" b="0" i="0" dirty="0"/>
            <a:t>Do not ask: "Explain concrete stress limits."</a:t>
          </a:r>
          <a:endParaRPr lang="en-GB" dirty="0"/>
        </a:p>
      </dgm:t>
    </dgm:pt>
    <dgm:pt modelId="{FB56D6F9-2FCF-4F2A-9FCE-CE99BE84FDDB}" type="parTrans" cxnId="{08BECE6A-A550-449A-8BDC-0162C793EC43}">
      <dgm:prSet/>
      <dgm:spPr/>
      <dgm:t>
        <a:bodyPr/>
        <a:lstStyle/>
        <a:p>
          <a:endParaRPr lang="en-GB"/>
        </a:p>
      </dgm:t>
    </dgm:pt>
    <dgm:pt modelId="{9D30EC15-80DC-49AF-859C-24EE5659F284}" type="sibTrans" cxnId="{08BECE6A-A550-449A-8BDC-0162C793EC43}">
      <dgm:prSet/>
      <dgm:spPr/>
      <dgm:t>
        <a:bodyPr/>
        <a:lstStyle/>
        <a:p>
          <a:endParaRPr lang="en-GB"/>
        </a:p>
      </dgm:t>
    </dgm:pt>
    <dgm:pt modelId="{03EFAE6B-7B42-4589-B84E-3C998602EDAA}">
      <dgm:prSet phldrT="[Text]" phldr="0"/>
      <dgm:spPr/>
      <dgm:t>
        <a:bodyPr/>
        <a:lstStyle/>
        <a:p>
          <a:r>
            <a:rPr lang="en-GB" dirty="0"/>
            <a:t>Define Constraints and Format</a:t>
          </a:r>
        </a:p>
      </dgm:t>
    </dgm:pt>
    <dgm:pt modelId="{6F64ABCB-D6C9-413A-8679-321EF3EE94DA}" type="parTrans" cxnId="{2F00A9C6-C6AC-4548-AAFA-18ACF19EF140}">
      <dgm:prSet/>
      <dgm:spPr/>
      <dgm:t>
        <a:bodyPr/>
        <a:lstStyle/>
        <a:p>
          <a:endParaRPr lang="en-GB"/>
        </a:p>
      </dgm:t>
    </dgm:pt>
    <dgm:pt modelId="{A1EF9788-F475-44A8-B166-572A81A6C2C4}" type="sibTrans" cxnId="{2F00A9C6-C6AC-4548-AAFA-18ACF19EF140}">
      <dgm:prSet/>
      <dgm:spPr/>
      <dgm:t>
        <a:bodyPr/>
        <a:lstStyle/>
        <a:p>
          <a:endParaRPr lang="en-GB"/>
        </a:p>
      </dgm:t>
    </dgm:pt>
    <dgm:pt modelId="{E41A8F33-939E-4B8F-BC92-EB3052289630}">
      <dgm:prSet phldrT="[Text]"/>
      <dgm:spPr/>
      <dgm:t>
        <a:bodyPr/>
        <a:lstStyle/>
        <a:p>
          <a:pPr>
            <a:buNone/>
          </a:pPr>
          <a:r>
            <a:rPr lang="en-GB" b="0" i="0" dirty="0"/>
            <a:t>Explicitly limit the scope of the output to eliminate fluff.</a:t>
          </a:r>
          <a:endParaRPr lang="en-GB" dirty="0"/>
        </a:p>
      </dgm:t>
    </dgm:pt>
    <dgm:pt modelId="{F3A7B886-03A8-4CEE-9FDA-580DBF5594E2}" type="parTrans" cxnId="{4197EC31-BB07-4B8A-AED4-10363F907EFA}">
      <dgm:prSet/>
      <dgm:spPr/>
      <dgm:t>
        <a:bodyPr/>
        <a:lstStyle/>
        <a:p>
          <a:endParaRPr lang="en-GB"/>
        </a:p>
      </dgm:t>
    </dgm:pt>
    <dgm:pt modelId="{6219B175-2DBE-42C0-8F4D-E3F03CE15A2A}" type="sibTrans" cxnId="{4197EC31-BB07-4B8A-AED4-10363F907EFA}">
      <dgm:prSet/>
      <dgm:spPr/>
      <dgm:t>
        <a:bodyPr/>
        <a:lstStyle/>
        <a:p>
          <a:endParaRPr lang="en-GB"/>
        </a:p>
      </dgm:t>
    </dgm:pt>
    <dgm:pt modelId="{8E09D188-64CD-49CF-8452-09FF002EF7C5}">
      <dgm:prSet/>
      <dgm:spPr/>
      <dgm:t>
        <a:bodyPr/>
        <a:lstStyle/>
        <a:p>
          <a:pPr>
            <a:buNone/>
          </a:pPr>
          <a:r>
            <a:rPr lang="en-GB" b="0" i="0" dirty="0"/>
            <a:t>Prompt: </a:t>
          </a:r>
          <a:r>
            <a:rPr lang="en-GB" b="0" i="1" dirty="0"/>
            <a:t>"Act as an academic peer reviewer in structural engineering. Review this abstract for logical fallacies."</a:t>
          </a:r>
          <a:r>
            <a:rPr lang="en-GB" b="0" i="0" dirty="0"/>
            <a:t> Setting the role aligns the predictive vector space to high-level technical parameters.</a:t>
          </a:r>
        </a:p>
      </dgm:t>
    </dgm:pt>
    <dgm:pt modelId="{DF3B8B25-19FC-42CC-9573-FD6EE2A1E130}" type="parTrans" cxnId="{C3454DCD-252B-40F8-9DDF-9E8A6061B4FF}">
      <dgm:prSet/>
      <dgm:spPr/>
      <dgm:t>
        <a:bodyPr/>
        <a:lstStyle/>
        <a:p>
          <a:endParaRPr lang="en-GB"/>
        </a:p>
      </dgm:t>
    </dgm:pt>
    <dgm:pt modelId="{C72D1668-7615-4C46-B755-0FF52B4D81BE}" type="sibTrans" cxnId="{C3454DCD-252B-40F8-9DDF-9E8A6061B4FF}">
      <dgm:prSet/>
      <dgm:spPr/>
      <dgm:t>
        <a:bodyPr/>
        <a:lstStyle/>
        <a:p>
          <a:endParaRPr lang="en-GB"/>
        </a:p>
      </dgm:t>
    </dgm:pt>
    <dgm:pt modelId="{FB0D17A8-9214-40B9-9B30-83A2D3AA6C61}">
      <dgm:prSet/>
      <dgm:spPr/>
      <dgm:t>
        <a:bodyPr/>
        <a:lstStyle/>
        <a:p>
          <a:pPr>
            <a:buNone/>
          </a:pPr>
          <a:r>
            <a:rPr lang="en-GB" b="0" i="0" dirty="0"/>
            <a:t>Prompt: </a:t>
          </a:r>
          <a:r>
            <a:rPr lang="en-GB" b="0" i="1" dirty="0"/>
            <a:t>"Explain the thermodynamic constraints of this cycle. Keep explanations under 200 words. Format key findings in a bulleted list and use Markdown for equations."</a:t>
          </a:r>
          <a:endParaRPr lang="en-GB" b="0" i="0" dirty="0"/>
        </a:p>
      </dgm:t>
    </dgm:pt>
    <dgm:pt modelId="{997A4BEC-A67F-4865-B60C-696220DB824C}" type="parTrans" cxnId="{92517AD3-1AE5-41AE-875E-F9D477D62EE3}">
      <dgm:prSet/>
      <dgm:spPr/>
      <dgm:t>
        <a:bodyPr/>
        <a:lstStyle/>
        <a:p>
          <a:endParaRPr lang="en-GB"/>
        </a:p>
      </dgm:t>
    </dgm:pt>
    <dgm:pt modelId="{8ABC4B97-CAF3-4C4C-9CC0-04754042EB8E}" type="sibTrans" cxnId="{92517AD3-1AE5-41AE-875E-F9D477D62EE3}">
      <dgm:prSet/>
      <dgm:spPr/>
      <dgm:t>
        <a:bodyPr/>
        <a:lstStyle/>
        <a:p>
          <a:endParaRPr lang="en-GB"/>
        </a:p>
      </dgm:t>
    </dgm:pt>
    <dgm:pt modelId="{90FBF1AE-AD4C-4B24-B8D4-F27F90BA0AFA}" type="pres">
      <dgm:prSet presAssocID="{23E8E4E8-826B-46D5-ACB8-4C20BE2124E1}" presName="Name0" presStyleCnt="0">
        <dgm:presLayoutVars>
          <dgm:dir/>
          <dgm:animLvl val="lvl"/>
          <dgm:resizeHandles val="exact"/>
        </dgm:presLayoutVars>
      </dgm:prSet>
      <dgm:spPr/>
    </dgm:pt>
    <dgm:pt modelId="{109FFD5A-7F17-4D54-B1BF-6F6235E829FA}" type="pres">
      <dgm:prSet presAssocID="{D520E203-3424-4103-B7C3-A3BB66E9FDCE}" presName="composite" presStyleCnt="0"/>
      <dgm:spPr/>
    </dgm:pt>
    <dgm:pt modelId="{D4E0CEFD-D92D-48B9-9C5A-45D51FFD3798}" type="pres">
      <dgm:prSet presAssocID="{D520E203-3424-4103-B7C3-A3BB66E9FDCE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E9CF4511-CAC0-448E-8EF3-C2DA4BF63E96}" type="pres">
      <dgm:prSet presAssocID="{D520E203-3424-4103-B7C3-A3BB66E9FDCE}" presName="desTx" presStyleLbl="alignAccFollowNode1" presStyleIdx="0" presStyleCnt="2">
        <dgm:presLayoutVars>
          <dgm:bulletEnabled val="1"/>
        </dgm:presLayoutVars>
      </dgm:prSet>
      <dgm:spPr/>
    </dgm:pt>
    <dgm:pt modelId="{74C9A101-71EA-4FCD-8E47-3CBC53188EB7}" type="pres">
      <dgm:prSet presAssocID="{4F692798-0C08-45B1-9AF1-81D681E2A751}" presName="space" presStyleCnt="0"/>
      <dgm:spPr/>
    </dgm:pt>
    <dgm:pt modelId="{B59CD422-CFA0-4E99-9E74-6D0534B9E823}" type="pres">
      <dgm:prSet presAssocID="{03EFAE6B-7B42-4589-B84E-3C998602EDAA}" presName="composite" presStyleCnt="0"/>
      <dgm:spPr/>
    </dgm:pt>
    <dgm:pt modelId="{E69B75F9-BB4E-4E64-BDBD-E0D0F7A7DC8F}" type="pres">
      <dgm:prSet presAssocID="{03EFAE6B-7B42-4589-B84E-3C998602EDA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6101957-C6F5-427B-B5C9-60C8F0D6CA20}" type="pres">
      <dgm:prSet presAssocID="{03EFAE6B-7B42-4589-B84E-3C998602EDA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C65AD001-0A29-4599-93D6-225CF5E98338}" type="presOf" srcId="{4A87FAE9-8B8D-463E-B5F8-CAECC7B6E19A}" destId="{E9CF4511-CAC0-448E-8EF3-C2DA4BF63E96}" srcOrd="0" destOrd="0" presId="urn:microsoft.com/office/officeart/2005/8/layout/hList1"/>
    <dgm:cxn modelId="{40C4940A-84D9-4A17-817D-72FA88E9BF9F}" type="presOf" srcId="{03EFAE6B-7B42-4589-B84E-3C998602EDAA}" destId="{E69B75F9-BB4E-4E64-BDBD-E0D0F7A7DC8F}" srcOrd="0" destOrd="0" presId="urn:microsoft.com/office/officeart/2005/8/layout/hList1"/>
    <dgm:cxn modelId="{C967581B-8DD5-4E41-B12E-49A80C04E5B9}" type="presOf" srcId="{E41A8F33-939E-4B8F-BC92-EB3052289630}" destId="{A6101957-C6F5-427B-B5C9-60C8F0D6CA20}" srcOrd="0" destOrd="0" presId="urn:microsoft.com/office/officeart/2005/8/layout/hList1"/>
    <dgm:cxn modelId="{4197EC31-BB07-4B8A-AED4-10363F907EFA}" srcId="{03EFAE6B-7B42-4589-B84E-3C998602EDAA}" destId="{E41A8F33-939E-4B8F-BC92-EB3052289630}" srcOrd="0" destOrd="0" parTransId="{F3A7B886-03A8-4CEE-9FDA-580DBF5594E2}" sibTransId="{6219B175-2DBE-42C0-8F4D-E3F03CE15A2A}"/>
    <dgm:cxn modelId="{7E8DD337-6C0B-4485-858C-700A241A6E6A}" type="presOf" srcId="{FB0D17A8-9214-40B9-9B30-83A2D3AA6C61}" destId="{A6101957-C6F5-427B-B5C9-60C8F0D6CA20}" srcOrd="0" destOrd="1" presId="urn:microsoft.com/office/officeart/2005/8/layout/hList1"/>
    <dgm:cxn modelId="{08BECE6A-A550-449A-8BDC-0162C793EC43}" srcId="{D520E203-3424-4103-B7C3-A3BB66E9FDCE}" destId="{4A87FAE9-8B8D-463E-B5F8-CAECC7B6E19A}" srcOrd="0" destOrd="0" parTransId="{FB56D6F9-2FCF-4F2A-9FCE-CE99BE84FDDB}" sibTransId="{9D30EC15-80DC-49AF-859C-24EE5659F284}"/>
    <dgm:cxn modelId="{40965080-6F8C-4634-A1B7-CAF436A1208D}" type="presOf" srcId="{8E09D188-64CD-49CF-8452-09FF002EF7C5}" destId="{E9CF4511-CAC0-448E-8EF3-C2DA4BF63E96}" srcOrd="0" destOrd="1" presId="urn:microsoft.com/office/officeart/2005/8/layout/hList1"/>
    <dgm:cxn modelId="{291B34A3-6929-44DA-B212-A3EC112A54A2}" srcId="{23E8E4E8-826B-46D5-ACB8-4C20BE2124E1}" destId="{D520E203-3424-4103-B7C3-A3BB66E9FDCE}" srcOrd="0" destOrd="0" parTransId="{3D0E91B2-8D41-4BA0-88FB-02EAF46617C7}" sibTransId="{4F692798-0C08-45B1-9AF1-81D681E2A751}"/>
    <dgm:cxn modelId="{9106EAA6-C545-4C7D-B9A3-0EAC8B34DE3B}" type="presOf" srcId="{23E8E4E8-826B-46D5-ACB8-4C20BE2124E1}" destId="{90FBF1AE-AD4C-4B24-B8D4-F27F90BA0AFA}" srcOrd="0" destOrd="0" presId="urn:microsoft.com/office/officeart/2005/8/layout/hList1"/>
    <dgm:cxn modelId="{2F00A9C6-C6AC-4548-AAFA-18ACF19EF140}" srcId="{23E8E4E8-826B-46D5-ACB8-4C20BE2124E1}" destId="{03EFAE6B-7B42-4589-B84E-3C998602EDAA}" srcOrd="1" destOrd="0" parTransId="{6F64ABCB-D6C9-413A-8679-321EF3EE94DA}" sibTransId="{A1EF9788-F475-44A8-B166-572A81A6C2C4}"/>
    <dgm:cxn modelId="{8D84D2C9-AF4E-4201-A1A8-0D81D5E765D7}" type="presOf" srcId="{D520E203-3424-4103-B7C3-A3BB66E9FDCE}" destId="{D4E0CEFD-D92D-48B9-9C5A-45D51FFD3798}" srcOrd="0" destOrd="0" presId="urn:microsoft.com/office/officeart/2005/8/layout/hList1"/>
    <dgm:cxn modelId="{C3454DCD-252B-40F8-9DDF-9E8A6061B4FF}" srcId="{D520E203-3424-4103-B7C3-A3BB66E9FDCE}" destId="{8E09D188-64CD-49CF-8452-09FF002EF7C5}" srcOrd="1" destOrd="0" parTransId="{DF3B8B25-19FC-42CC-9573-FD6EE2A1E130}" sibTransId="{C72D1668-7615-4C46-B755-0FF52B4D81BE}"/>
    <dgm:cxn modelId="{92517AD3-1AE5-41AE-875E-F9D477D62EE3}" srcId="{03EFAE6B-7B42-4589-B84E-3C998602EDAA}" destId="{FB0D17A8-9214-40B9-9B30-83A2D3AA6C61}" srcOrd="1" destOrd="0" parTransId="{997A4BEC-A67F-4865-B60C-696220DB824C}" sibTransId="{8ABC4B97-CAF3-4C4C-9CC0-04754042EB8E}"/>
    <dgm:cxn modelId="{F3585090-DF54-4B61-89EA-23C0F15187F6}" type="presParOf" srcId="{90FBF1AE-AD4C-4B24-B8D4-F27F90BA0AFA}" destId="{109FFD5A-7F17-4D54-B1BF-6F6235E829FA}" srcOrd="0" destOrd="0" presId="urn:microsoft.com/office/officeart/2005/8/layout/hList1"/>
    <dgm:cxn modelId="{F3F1A054-301B-4739-8E3D-A91F41194D55}" type="presParOf" srcId="{109FFD5A-7F17-4D54-B1BF-6F6235E829FA}" destId="{D4E0CEFD-D92D-48B9-9C5A-45D51FFD3798}" srcOrd="0" destOrd="0" presId="urn:microsoft.com/office/officeart/2005/8/layout/hList1"/>
    <dgm:cxn modelId="{0B967406-D1EF-40F9-B94A-C9A9574901DB}" type="presParOf" srcId="{109FFD5A-7F17-4D54-B1BF-6F6235E829FA}" destId="{E9CF4511-CAC0-448E-8EF3-C2DA4BF63E96}" srcOrd="1" destOrd="0" presId="urn:microsoft.com/office/officeart/2005/8/layout/hList1"/>
    <dgm:cxn modelId="{FAA7226E-575E-450C-A219-4DE990456F69}" type="presParOf" srcId="{90FBF1AE-AD4C-4B24-B8D4-F27F90BA0AFA}" destId="{74C9A101-71EA-4FCD-8E47-3CBC53188EB7}" srcOrd="1" destOrd="0" presId="urn:microsoft.com/office/officeart/2005/8/layout/hList1"/>
    <dgm:cxn modelId="{C00DEFC0-B0E0-4586-A37F-2E085E40063A}" type="presParOf" srcId="{90FBF1AE-AD4C-4B24-B8D4-F27F90BA0AFA}" destId="{B59CD422-CFA0-4E99-9E74-6D0534B9E823}" srcOrd="2" destOrd="0" presId="urn:microsoft.com/office/officeart/2005/8/layout/hList1"/>
    <dgm:cxn modelId="{E9BBD6CB-6DDD-4D05-92E7-C8EB4C35F33C}" type="presParOf" srcId="{B59CD422-CFA0-4E99-9E74-6D0534B9E823}" destId="{E69B75F9-BB4E-4E64-BDBD-E0D0F7A7DC8F}" srcOrd="0" destOrd="0" presId="urn:microsoft.com/office/officeart/2005/8/layout/hList1"/>
    <dgm:cxn modelId="{9080AB6F-E4D9-4CE1-89B8-E7E9230C9A2F}" type="presParOf" srcId="{B59CD422-CFA0-4E99-9E74-6D0534B9E823}" destId="{A6101957-C6F5-427B-B5C9-60C8F0D6CA2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197357-1CC8-499B-8A30-EB5E9B6C822D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4F08905-9DEE-4A51-B7EA-BE0CEE40EF39}">
      <dgm:prSet phldrT="[Text]" phldr="0"/>
      <dgm:spPr/>
      <dgm:t>
        <a:bodyPr/>
        <a:lstStyle/>
        <a:p>
          <a:r>
            <a:rPr lang="en-GB" dirty="0"/>
            <a:t>Cost</a:t>
          </a:r>
        </a:p>
      </dgm:t>
    </dgm:pt>
    <dgm:pt modelId="{9EAF78A8-A8B9-4B72-A0DD-EF37A9E6B1C7}" type="parTrans" cxnId="{893697EC-061E-4726-B9F5-C80A9F13770C}">
      <dgm:prSet/>
      <dgm:spPr/>
      <dgm:t>
        <a:bodyPr/>
        <a:lstStyle/>
        <a:p>
          <a:endParaRPr lang="en-GB"/>
        </a:p>
      </dgm:t>
    </dgm:pt>
    <dgm:pt modelId="{91D8925A-A8AF-4EB0-8BE6-7302AC85E654}" type="sibTrans" cxnId="{893697EC-061E-4726-B9F5-C80A9F13770C}">
      <dgm:prSet/>
      <dgm:spPr/>
      <dgm:t>
        <a:bodyPr/>
        <a:lstStyle/>
        <a:p>
          <a:endParaRPr lang="en-GB"/>
        </a:p>
      </dgm:t>
    </dgm:pt>
    <dgm:pt modelId="{1819CB69-2D79-42C1-A12F-B0A817607539}">
      <dgm:prSet phldrT="[Text]" phldr="0"/>
      <dgm:spPr/>
      <dgm:t>
        <a:bodyPr/>
        <a:lstStyle/>
        <a:p>
          <a:r>
            <a:rPr lang="en-GB" dirty="0"/>
            <a:t>Risk</a:t>
          </a:r>
        </a:p>
      </dgm:t>
    </dgm:pt>
    <dgm:pt modelId="{E0A6752E-E81C-48A8-9749-240647CC3ACD}" type="parTrans" cxnId="{772AEEAF-6A88-4166-8FD9-72902033157D}">
      <dgm:prSet/>
      <dgm:spPr/>
      <dgm:t>
        <a:bodyPr/>
        <a:lstStyle/>
        <a:p>
          <a:endParaRPr lang="en-GB"/>
        </a:p>
      </dgm:t>
    </dgm:pt>
    <dgm:pt modelId="{0EF90722-F958-45B4-BD88-6D07488F1F56}" type="sibTrans" cxnId="{772AEEAF-6A88-4166-8FD9-72902033157D}">
      <dgm:prSet/>
      <dgm:spPr/>
      <dgm:t>
        <a:bodyPr/>
        <a:lstStyle/>
        <a:p>
          <a:endParaRPr lang="en-GB"/>
        </a:p>
      </dgm:t>
    </dgm:pt>
    <dgm:pt modelId="{8C15E49D-9380-40CC-B02E-6210FE474129}">
      <dgm:prSet phldrT="[Text]" phldr="0"/>
      <dgm:spPr/>
      <dgm:t>
        <a:bodyPr/>
        <a:lstStyle/>
        <a:p>
          <a:r>
            <a:rPr lang="en-GB" dirty="0"/>
            <a:t>Time</a:t>
          </a:r>
        </a:p>
      </dgm:t>
    </dgm:pt>
    <dgm:pt modelId="{7282D26C-054D-44A2-8915-8C651839A54A}" type="parTrans" cxnId="{E84E6A0D-A7DA-43FD-A019-EDE656F4D42C}">
      <dgm:prSet/>
      <dgm:spPr/>
      <dgm:t>
        <a:bodyPr/>
        <a:lstStyle/>
        <a:p>
          <a:endParaRPr lang="en-GB"/>
        </a:p>
      </dgm:t>
    </dgm:pt>
    <dgm:pt modelId="{D0AE7AA2-12A9-411F-99FC-1E8181030678}" type="sibTrans" cxnId="{E84E6A0D-A7DA-43FD-A019-EDE656F4D42C}">
      <dgm:prSet/>
      <dgm:spPr/>
      <dgm:t>
        <a:bodyPr/>
        <a:lstStyle/>
        <a:p>
          <a:endParaRPr lang="en-GB"/>
        </a:p>
      </dgm:t>
    </dgm:pt>
    <dgm:pt modelId="{17729BF4-A440-4D00-B466-74BB61C6B4C7}">
      <dgm:prSet phldrT="[Text]" phldr="0"/>
      <dgm:spPr/>
      <dgm:t>
        <a:bodyPr/>
        <a:lstStyle/>
        <a:p>
          <a:r>
            <a:rPr lang="en-GB" dirty="0"/>
            <a:t>Ethics</a:t>
          </a:r>
        </a:p>
      </dgm:t>
    </dgm:pt>
    <dgm:pt modelId="{384A8D40-3881-48D1-A0A8-732158F33580}" type="parTrans" cxnId="{BE247141-BCDC-4103-882B-60315F103DD0}">
      <dgm:prSet/>
      <dgm:spPr/>
      <dgm:t>
        <a:bodyPr/>
        <a:lstStyle/>
        <a:p>
          <a:endParaRPr lang="en-GB"/>
        </a:p>
      </dgm:t>
    </dgm:pt>
    <dgm:pt modelId="{0DA66DA0-6032-47A3-AD4B-FC1D7D8AE985}" type="sibTrans" cxnId="{BE247141-BCDC-4103-882B-60315F103DD0}">
      <dgm:prSet/>
      <dgm:spPr/>
      <dgm:t>
        <a:bodyPr/>
        <a:lstStyle/>
        <a:p>
          <a:endParaRPr lang="en-GB"/>
        </a:p>
      </dgm:t>
    </dgm:pt>
    <dgm:pt modelId="{B5B00B1D-F35B-47A3-BDB5-F124D8DC6C94}">
      <dgm:prSet phldrT="[Text]" phldr="0"/>
      <dgm:spPr/>
      <dgm:t>
        <a:bodyPr/>
        <a:lstStyle/>
        <a:p>
          <a:r>
            <a:rPr lang="en-GB" dirty="0"/>
            <a:t>Judgement</a:t>
          </a:r>
        </a:p>
      </dgm:t>
    </dgm:pt>
    <dgm:pt modelId="{1753B181-1EF5-4760-BA36-0B6C0A10D4C2}" type="parTrans" cxnId="{366146CB-0E0F-460C-98CF-2CAAAD1C12CA}">
      <dgm:prSet/>
      <dgm:spPr/>
      <dgm:t>
        <a:bodyPr/>
        <a:lstStyle/>
        <a:p>
          <a:endParaRPr lang="en-GB"/>
        </a:p>
      </dgm:t>
    </dgm:pt>
    <dgm:pt modelId="{6938B8CE-C3E1-4BC2-8328-01833D51CE5F}" type="sibTrans" cxnId="{366146CB-0E0F-460C-98CF-2CAAAD1C12CA}">
      <dgm:prSet/>
      <dgm:spPr/>
      <dgm:t>
        <a:bodyPr/>
        <a:lstStyle/>
        <a:p>
          <a:endParaRPr lang="en-GB"/>
        </a:p>
      </dgm:t>
    </dgm:pt>
    <dgm:pt modelId="{78AF3153-E45E-4DDB-8FBB-FAB3EF06E7CD}" type="pres">
      <dgm:prSet presAssocID="{28197357-1CC8-499B-8A30-EB5E9B6C822D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0A2EADD-0AF8-4F47-8F06-266F6F64318B}" type="pres">
      <dgm:prSet presAssocID="{28197357-1CC8-499B-8A30-EB5E9B6C822D}" presName="matrix" presStyleCnt="0"/>
      <dgm:spPr/>
    </dgm:pt>
    <dgm:pt modelId="{46DCAF2A-5E72-4128-AB17-0411AABE1C34}" type="pres">
      <dgm:prSet presAssocID="{28197357-1CC8-499B-8A30-EB5E9B6C822D}" presName="tile1" presStyleLbl="node1" presStyleIdx="0" presStyleCnt="4"/>
      <dgm:spPr/>
    </dgm:pt>
    <dgm:pt modelId="{775B0587-8E38-4EAB-BD00-07316C540F8C}" type="pres">
      <dgm:prSet presAssocID="{28197357-1CC8-499B-8A30-EB5E9B6C822D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ABE6C37-4075-4F85-A894-5D7CD5892F56}" type="pres">
      <dgm:prSet presAssocID="{28197357-1CC8-499B-8A30-EB5E9B6C822D}" presName="tile2" presStyleLbl="node1" presStyleIdx="1" presStyleCnt="4"/>
      <dgm:spPr/>
    </dgm:pt>
    <dgm:pt modelId="{B117BBA8-B288-407F-9DA7-071A643EB08E}" type="pres">
      <dgm:prSet presAssocID="{28197357-1CC8-499B-8A30-EB5E9B6C822D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E116305-1F2D-4DD5-ACC2-2C86C2962147}" type="pres">
      <dgm:prSet presAssocID="{28197357-1CC8-499B-8A30-EB5E9B6C822D}" presName="tile3" presStyleLbl="node1" presStyleIdx="2" presStyleCnt="4"/>
      <dgm:spPr/>
    </dgm:pt>
    <dgm:pt modelId="{1668D8AE-065E-4F92-9A1A-16FF4F8F090A}" type="pres">
      <dgm:prSet presAssocID="{28197357-1CC8-499B-8A30-EB5E9B6C822D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D973EF0-AAA5-40F7-B257-BBAE93A03942}" type="pres">
      <dgm:prSet presAssocID="{28197357-1CC8-499B-8A30-EB5E9B6C822D}" presName="tile4" presStyleLbl="node1" presStyleIdx="3" presStyleCnt="4"/>
      <dgm:spPr/>
    </dgm:pt>
    <dgm:pt modelId="{A2448499-246E-40DA-BFCC-30724FFAFB21}" type="pres">
      <dgm:prSet presAssocID="{28197357-1CC8-499B-8A30-EB5E9B6C822D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7DA23152-89A6-422D-BBE0-8F21ED615A10}" type="pres">
      <dgm:prSet presAssocID="{28197357-1CC8-499B-8A30-EB5E9B6C822D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FD59EF08-F6DB-457B-B77A-1E865035A81B}" type="presOf" srcId="{17729BF4-A440-4D00-B466-74BB61C6B4C7}" destId="{1668D8AE-065E-4F92-9A1A-16FF4F8F090A}" srcOrd="1" destOrd="0" presId="urn:microsoft.com/office/officeart/2005/8/layout/matrix1"/>
    <dgm:cxn modelId="{EDFFCE0B-B751-4A4C-BF8E-F137A2059372}" type="presOf" srcId="{1819CB69-2D79-42C1-A12F-B0A817607539}" destId="{46DCAF2A-5E72-4128-AB17-0411AABE1C34}" srcOrd="0" destOrd="0" presId="urn:microsoft.com/office/officeart/2005/8/layout/matrix1"/>
    <dgm:cxn modelId="{E84E6A0D-A7DA-43FD-A019-EDE656F4D42C}" srcId="{34F08905-9DEE-4A51-B7EA-BE0CEE40EF39}" destId="{8C15E49D-9380-40CC-B02E-6210FE474129}" srcOrd="1" destOrd="0" parTransId="{7282D26C-054D-44A2-8915-8C651839A54A}" sibTransId="{D0AE7AA2-12A9-411F-99FC-1E8181030678}"/>
    <dgm:cxn modelId="{34A1D220-0E6C-40F8-94AB-BABDF3E15921}" type="presOf" srcId="{8C15E49D-9380-40CC-B02E-6210FE474129}" destId="{B117BBA8-B288-407F-9DA7-071A643EB08E}" srcOrd="1" destOrd="0" presId="urn:microsoft.com/office/officeart/2005/8/layout/matrix1"/>
    <dgm:cxn modelId="{95D04226-8DE3-4D5B-AC9B-5D8CED0C0DA6}" type="presOf" srcId="{28197357-1CC8-499B-8A30-EB5E9B6C822D}" destId="{78AF3153-E45E-4DDB-8FBB-FAB3EF06E7CD}" srcOrd="0" destOrd="0" presId="urn:microsoft.com/office/officeart/2005/8/layout/matrix1"/>
    <dgm:cxn modelId="{BE247141-BCDC-4103-882B-60315F103DD0}" srcId="{34F08905-9DEE-4A51-B7EA-BE0CEE40EF39}" destId="{17729BF4-A440-4D00-B466-74BB61C6B4C7}" srcOrd="2" destOrd="0" parTransId="{384A8D40-3881-48D1-A0A8-732158F33580}" sibTransId="{0DA66DA0-6032-47A3-AD4B-FC1D7D8AE985}"/>
    <dgm:cxn modelId="{B98F5951-F74F-4EC1-9976-A12854B14D70}" type="presOf" srcId="{34F08905-9DEE-4A51-B7EA-BE0CEE40EF39}" destId="{7DA23152-89A6-422D-BBE0-8F21ED615A10}" srcOrd="0" destOrd="0" presId="urn:microsoft.com/office/officeart/2005/8/layout/matrix1"/>
    <dgm:cxn modelId="{9CA25574-522E-4CC8-AF1D-48BC1AB8953E}" type="presOf" srcId="{17729BF4-A440-4D00-B466-74BB61C6B4C7}" destId="{BE116305-1F2D-4DD5-ACC2-2C86C2962147}" srcOrd="0" destOrd="0" presId="urn:microsoft.com/office/officeart/2005/8/layout/matrix1"/>
    <dgm:cxn modelId="{561EDF8F-6723-4CAC-A9CC-7A73F70364C9}" type="presOf" srcId="{B5B00B1D-F35B-47A3-BDB5-F124D8DC6C94}" destId="{7D973EF0-AAA5-40F7-B257-BBAE93A03942}" srcOrd="0" destOrd="0" presId="urn:microsoft.com/office/officeart/2005/8/layout/matrix1"/>
    <dgm:cxn modelId="{772AEEAF-6A88-4166-8FD9-72902033157D}" srcId="{34F08905-9DEE-4A51-B7EA-BE0CEE40EF39}" destId="{1819CB69-2D79-42C1-A12F-B0A817607539}" srcOrd="0" destOrd="0" parTransId="{E0A6752E-E81C-48A8-9749-240647CC3ACD}" sibTransId="{0EF90722-F958-45B4-BD88-6D07488F1F56}"/>
    <dgm:cxn modelId="{366146CB-0E0F-460C-98CF-2CAAAD1C12CA}" srcId="{34F08905-9DEE-4A51-B7EA-BE0CEE40EF39}" destId="{B5B00B1D-F35B-47A3-BDB5-F124D8DC6C94}" srcOrd="3" destOrd="0" parTransId="{1753B181-1EF5-4760-BA36-0B6C0A10D4C2}" sibTransId="{6938B8CE-C3E1-4BC2-8328-01833D51CE5F}"/>
    <dgm:cxn modelId="{9EADE2EB-7EFE-428A-AC0C-7099A26B296F}" type="presOf" srcId="{8C15E49D-9380-40CC-B02E-6210FE474129}" destId="{2ABE6C37-4075-4F85-A894-5D7CD5892F56}" srcOrd="0" destOrd="0" presId="urn:microsoft.com/office/officeart/2005/8/layout/matrix1"/>
    <dgm:cxn modelId="{893697EC-061E-4726-B9F5-C80A9F13770C}" srcId="{28197357-1CC8-499B-8A30-EB5E9B6C822D}" destId="{34F08905-9DEE-4A51-B7EA-BE0CEE40EF39}" srcOrd="0" destOrd="0" parTransId="{9EAF78A8-A8B9-4B72-A0DD-EF37A9E6B1C7}" sibTransId="{91D8925A-A8AF-4EB0-8BE6-7302AC85E654}"/>
    <dgm:cxn modelId="{F52523F8-7026-4C66-A3A8-676853637194}" type="presOf" srcId="{B5B00B1D-F35B-47A3-BDB5-F124D8DC6C94}" destId="{A2448499-246E-40DA-BFCC-30724FFAFB21}" srcOrd="1" destOrd="0" presId="urn:microsoft.com/office/officeart/2005/8/layout/matrix1"/>
    <dgm:cxn modelId="{6B24A8FD-07D7-4D06-97B5-F9595516EBAE}" type="presOf" srcId="{1819CB69-2D79-42C1-A12F-B0A817607539}" destId="{775B0587-8E38-4EAB-BD00-07316C540F8C}" srcOrd="1" destOrd="0" presId="urn:microsoft.com/office/officeart/2005/8/layout/matrix1"/>
    <dgm:cxn modelId="{443C7F25-7DF8-4DA7-B68B-F59058C1AAFD}" type="presParOf" srcId="{78AF3153-E45E-4DDB-8FBB-FAB3EF06E7CD}" destId="{D0A2EADD-0AF8-4F47-8F06-266F6F64318B}" srcOrd="0" destOrd="0" presId="urn:microsoft.com/office/officeart/2005/8/layout/matrix1"/>
    <dgm:cxn modelId="{344BDD7E-B087-4A2E-9462-F2428E8E8E0E}" type="presParOf" srcId="{D0A2EADD-0AF8-4F47-8F06-266F6F64318B}" destId="{46DCAF2A-5E72-4128-AB17-0411AABE1C34}" srcOrd="0" destOrd="0" presId="urn:microsoft.com/office/officeart/2005/8/layout/matrix1"/>
    <dgm:cxn modelId="{43B2AC26-6930-4404-A3F9-9AAD294C499B}" type="presParOf" srcId="{D0A2EADD-0AF8-4F47-8F06-266F6F64318B}" destId="{775B0587-8E38-4EAB-BD00-07316C540F8C}" srcOrd="1" destOrd="0" presId="urn:microsoft.com/office/officeart/2005/8/layout/matrix1"/>
    <dgm:cxn modelId="{799822B6-8D50-4DAE-9969-F780B79E0CB3}" type="presParOf" srcId="{D0A2EADD-0AF8-4F47-8F06-266F6F64318B}" destId="{2ABE6C37-4075-4F85-A894-5D7CD5892F56}" srcOrd="2" destOrd="0" presId="urn:microsoft.com/office/officeart/2005/8/layout/matrix1"/>
    <dgm:cxn modelId="{D30B9330-50F2-4DC0-BF25-9209643037DF}" type="presParOf" srcId="{D0A2EADD-0AF8-4F47-8F06-266F6F64318B}" destId="{B117BBA8-B288-407F-9DA7-071A643EB08E}" srcOrd="3" destOrd="0" presId="urn:microsoft.com/office/officeart/2005/8/layout/matrix1"/>
    <dgm:cxn modelId="{1B35AA2B-A7F9-4BB2-A1A4-10966E8BF964}" type="presParOf" srcId="{D0A2EADD-0AF8-4F47-8F06-266F6F64318B}" destId="{BE116305-1F2D-4DD5-ACC2-2C86C2962147}" srcOrd="4" destOrd="0" presId="urn:microsoft.com/office/officeart/2005/8/layout/matrix1"/>
    <dgm:cxn modelId="{C908D15F-6C5E-4EEA-A51F-D75C8644C546}" type="presParOf" srcId="{D0A2EADD-0AF8-4F47-8F06-266F6F64318B}" destId="{1668D8AE-065E-4F92-9A1A-16FF4F8F090A}" srcOrd="5" destOrd="0" presId="urn:microsoft.com/office/officeart/2005/8/layout/matrix1"/>
    <dgm:cxn modelId="{3F279917-6B2C-4BE2-B9B2-90B224CB199B}" type="presParOf" srcId="{D0A2EADD-0AF8-4F47-8F06-266F6F64318B}" destId="{7D973EF0-AAA5-40F7-B257-BBAE93A03942}" srcOrd="6" destOrd="0" presId="urn:microsoft.com/office/officeart/2005/8/layout/matrix1"/>
    <dgm:cxn modelId="{6384E2AF-2C17-447A-A56E-1DD98930BF46}" type="presParOf" srcId="{D0A2EADD-0AF8-4F47-8F06-266F6F64318B}" destId="{A2448499-246E-40DA-BFCC-30724FFAFB21}" srcOrd="7" destOrd="0" presId="urn:microsoft.com/office/officeart/2005/8/layout/matrix1"/>
    <dgm:cxn modelId="{21E82E18-CCC1-44BD-B2D7-9D633FBCE33B}" type="presParOf" srcId="{78AF3153-E45E-4DDB-8FBB-FAB3EF06E7CD}" destId="{7DA23152-89A6-422D-BBE0-8F21ED615A10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FBA89-FF12-4CEE-8581-8A771E3D4828}">
      <dsp:nvSpPr>
        <dsp:cNvPr id="0" name=""/>
        <dsp:cNvSpPr/>
      </dsp:nvSpPr>
      <dsp:spPr>
        <a:xfrm>
          <a:off x="3286" y="16973"/>
          <a:ext cx="3203971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Chain of Thought</a:t>
          </a:r>
        </a:p>
      </dsp:txBody>
      <dsp:txXfrm>
        <a:off x="3286" y="16973"/>
        <a:ext cx="3203971" cy="633600"/>
      </dsp:txXfrm>
    </dsp:sp>
    <dsp:sp modelId="{7CFB110F-638D-428A-8D62-4AB998DA8767}">
      <dsp:nvSpPr>
        <dsp:cNvPr id="0" name=""/>
        <dsp:cNvSpPr/>
      </dsp:nvSpPr>
      <dsp:spPr>
        <a:xfrm>
          <a:off x="3286" y="650574"/>
          <a:ext cx="3203971" cy="36837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200" b="0" i="0" kern="1200" dirty="0"/>
            <a:t>Instruct the AI to show its working steps. Prompt: </a:t>
          </a:r>
          <a:r>
            <a:rPr lang="en-GB" sz="2200" b="0" i="1" kern="1200" dirty="0"/>
            <a:t>"Break down the stress-tensor calculation step-by-step before calculating the final value."</a:t>
          </a:r>
          <a:r>
            <a:rPr lang="en-GB" sz="2200" b="0" i="0" kern="1200" dirty="0"/>
            <a:t> This dramatically reduces mathematical hallucinations.</a:t>
          </a:r>
          <a:endParaRPr lang="en-GB" sz="2200" kern="1200" dirty="0"/>
        </a:p>
      </dsp:txBody>
      <dsp:txXfrm>
        <a:off x="3286" y="650574"/>
        <a:ext cx="3203971" cy="3683790"/>
      </dsp:txXfrm>
    </dsp:sp>
    <dsp:sp modelId="{09327DC0-4540-424D-AA59-F68346A91FAA}">
      <dsp:nvSpPr>
        <dsp:cNvPr id="0" name=""/>
        <dsp:cNvSpPr/>
      </dsp:nvSpPr>
      <dsp:spPr>
        <a:xfrm>
          <a:off x="3655814" y="16973"/>
          <a:ext cx="3203971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Demand Citations</a:t>
          </a:r>
        </a:p>
      </dsp:txBody>
      <dsp:txXfrm>
        <a:off x="3655814" y="16973"/>
        <a:ext cx="3203971" cy="633600"/>
      </dsp:txXfrm>
    </dsp:sp>
    <dsp:sp modelId="{1C7E0A57-6F04-4C07-B988-BEAB393D8A9D}">
      <dsp:nvSpPr>
        <dsp:cNvPr id="0" name=""/>
        <dsp:cNvSpPr/>
      </dsp:nvSpPr>
      <dsp:spPr>
        <a:xfrm>
          <a:off x="3655814" y="650574"/>
          <a:ext cx="3203971" cy="36837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200" b="0" i="0" kern="1200" dirty="0"/>
            <a:t>Prevent false references by prompting: </a:t>
          </a:r>
          <a:r>
            <a:rPr lang="en-GB" sz="2200" b="0" i="1" kern="1200" dirty="0"/>
            <a:t>"Only use verified, real-world URLs and standard journals. State if you cannot find a primary source."</a:t>
          </a:r>
          <a:r>
            <a:rPr lang="en-GB" sz="2200" b="0" i="0" kern="1200" dirty="0"/>
            <a:t> Always manually verify every DOI provided.</a:t>
          </a:r>
          <a:endParaRPr lang="en-GB" sz="2200" kern="1200" dirty="0"/>
        </a:p>
      </dsp:txBody>
      <dsp:txXfrm>
        <a:off x="3655814" y="650574"/>
        <a:ext cx="3203971" cy="3683790"/>
      </dsp:txXfrm>
    </dsp:sp>
    <dsp:sp modelId="{034C0B15-E67B-43C5-813E-11A37E7ADB3D}">
      <dsp:nvSpPr>
        <dsp:cNvPr id="0" name=""/>
        <dsp:cNvSpPr/>
      </dsp:nvSpPr>
      <dsp:spPr>
        <a:xfrm>
          <a:off x="7308342" y="16973"/>
          <a:ext cx="3203971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Iterative Critique</a:t>
          </a:r>
        </a:p>
      </dsp:txBody>
      <dsp:txXfrm>
        <a:off x="7308342" y="16973"/>
        <a:ext cx="3203971" cy="633600"/>
      </dsp:txXfrm>
    </dsp:sp>
    <dsp:sp modelId="{79F80C3C-96F5-4371-8364-2590E700D685}">
      <dsp:nvSpPr>
        <dsp:cNvPr id="0" name=""/>
        <dsp:cNvSpPr/>
      </dsp:nvSpPr>
      <dsp:spPr>
        <a:xfrm>
          <a:off x="7308342" y="650574"/>
          <a:ext cx="3203971" cy="36837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200" b="0" i="0" kern="1200" dirty="0"/>
            <a:t>Ask GenAI to actively spot weaknesses in your drafts: </a:t>
          </a:r>
          <a:r>
            <a:rPr lang="en-GB" sz="2200" b="0" i="1" kern="1200" dirty="0"/>
            <a:t>"I will provide a code draft. Act as a systems debugger and find potential edge-case failures or memory leaks in my logic."</a:t>
          </a:r>
          <a:endParaRPr lang="en-GB" sz="2200" kern="1200" dirty="0"/>
        </a:p>
      </dsp:txBody>
      <dsp:txXfrm>
        <a:off x="7308342" y="650574"/>
        <a:ext cx="3203971" cy="36837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E0CEFD-D92D-48B9-9C5A-45D51FFD3798}">
      <dsp:nvSpPr>
        <dsp:cNvPr id="0" name=""/>
        <dsp:cNvSpPr/>
      </dsp:nvSpPr>
      <dsp:spPr>
        <a:xfrm>
          <a:off x="51" y="117189"/>
          <a:ext cx="4913783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Assign an Explicit Role</a:t>
          </a:r>
        </a:p>
      </dsp:txBody>
      <dsp:txXfrm>
        <a:off x="51" y="117189"/>
        <a:ext cx="4913783" cy="691200"/>
      </dsp:txXfrm>
    </dsp:sp>
    <dsp:sp modelId="{E9CF4511-CAC0-448E-8EF3-C2DA4BF63E96}">
      <dsp:nvSpPr>
        <dsp:cNvPr id="0" name=""/>
        <dsp:cNvSpPr/>
      </dsp:nvSpPr>
      <dsp:spPr>
        <a:xfrm>
          <a:off x="51" y="808389"/>
          <a:ext cx="4913783" cy="34257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b="0" i="0" kern="1200" dirty="0"/>
            <a:t>Do not ask: "Explain concrete stress limits."</a:t>
          </a:r>
          <a:endParaRPr lang="en-GB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b="0" i="0" kern="1200" dirty="0"/>
            <a:t>Prompt: </a:t>
          </a:r>
          <a:r>
            <a:rPr lang="en-GB" sz="2400" b="0" i="1" kern="1200" dirty="0"/>
            <a:t>"Act as an academic peer reviewer in structural engineering. Review this abstract for logical fallacies."</a:t>
          </a:r>
          <a:r>
            <a:rPr lang="en-GB" sz="2400" b="0" i="0" kern="1200" dirty="0"/>
            <a:t> Setting the role aligns the predictive vector space to high-level technical parameters.</a:t>
          </a:r>
        </a:p>
      </dsp:txBody>
      <dsp:txXfrm>
        <a:off x="51" y="808389"/>
        <a:ext cx="4913783" cy="3425760"/>
      </dsp:txXfrm>
    </dsp:sp>
    <dsp:sp modelId="{E69B75F9-BB4E-4E64-BDBD-E0D0F7A7DC8F}">
      <dsp:nvSpPr>
        <dsp:cNvPr id="0" name=""/>
        <dsp:cNvSpPr/>
      </dsp:nvSpPr>
      <dsp:spPr>
        <a:xfrm>
          <a:off x="5601764" y="117189"/>
          <a:ext cx="4913783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Define Constraints and Format</a:t>
          </a:r>
        </a:p>
      </dsp:txBody>
      <dsp:txXfrm>
        <a:off x="5601764" y="117189"/>
        <a:ext cx="4913783" cy="691200"/>
      </dsp:txXfrm>
    </dsp:sp>
    <dsp:sp modelId="{A6101957-C6F5-427B-B5C9-60C8F0D6CA20}">
      <dsp:nvSpPr>
        <dsp:cNvPr id="0" name=""/>
        <dsp:cNvSpPr/>
      </dsp:nvSpPr>
      <dsp:spPr>
        <a:xfrm>
          <a:off x="5601764" y="808389"/>
          <a:ext cx="4913783" cy="34257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b="0" i="0" kern="1200" dirty="0"/>
            <a:t>Explicitly limit the scope of the output to eliminate fluff.</a:t>
          </a:r>
          <a:endParaRPr lang="en-GB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400" b="0" i="0" kern="1200" dirty="0"/>
            <a:t>Prompt: </a:t>
          </a:r>
          <a:r>
            <a:rPr lang="en-GB" sz="2400" b="0" i="1" kern="1200" dirty="0"/>
            <a:t>"Explain the thermodynamic constraints of this cycle. Keep explanations under 200 words. Format key findings in a bulleted list and use Markdown for equations."</a:t>
          </a:r>
          <a:endParaRPr lang="en-GB" sz="2400" b="0" i="0" kern="1200" dirty="0"/>
        </a:p>
      </dsp:txBody>
      <dsp:txXfrm>
        <a:off x="5601764" y="808389"/>
        <a:ext cx="4913783" cy="34257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CAF2A-5E72-4128-AB17-0411AABE1C34}">
      <dsp:nvSpPr>
        <dsp:cNvPr id="0" name=""/>
        <dsp:cNvSpPr/>
      </dsp:nvSpPr>
      <dsp:spPr>
        <a:xfrm rot="16200000">
          <a:off x="1541065" y="-1541065"/>
          <a:ext cx="2175669" cy="52578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0" tIns="320040" rIns="320040" bIns="32004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500" kern="1200" dirty="0"/>
            <a:t>Risk</a:t>
          </a:r>
        </a:p>
      </dsp:txBody>
      <dsp:txXfrm rot="5400000">
        <a:off x="0" y="0"/>
        <a:ext cx="5257800" cy="1631751"/>
      </dsp:txXfrm>
    </dsp:sp>
    <dsp:sp modelId="{2ABE6C37-4075-4F85-A894-5D7CD5892F56}">
      <dsp:nvSpPr>
        <dsp:cNvPr id="0" name=""/>
        <dsp:cNvSpPr/>
      </dsp:nvSpPr>
      <dsp:spPr>
        <a:xfrm>
          <a:off x="5257800" y="0"/>
          <a:ext cx="5257800" cy="2175669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0" tIns="320040" rIns="320040" bIns="32004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500" kern="1200" dirty="0"/>
            <a:t>Time</a:t>
          </a:r>
        </a:p>
      </dsp:txBody>
      <dsp:txXfrm>
        <a:off x="5257800" y="0"/>
        <a:ext cx="5257800" cy="1631751"/>
      </dsp:txXfrm>
    </dsp:sp>
    <dsp:sp modelId="{BE116305-1F2D-4DD5-ACC2-2C86C2962147}">
      <dsp:nvSpPr>
        <dsp:cNvPr id="0" name=""/>
        <dsp:cNvSpPr/>
      </dsp:nvSpPr>
      <dsp:spPr>
        <a:xfrm rot="10800000">
          <a:off x="0" y="2175669"/>
          <a:ext cx="5257800" cy="2175669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0" tIns="320040" rIns="320040" bIns="32004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500" kern="1200" dirty="0"/>
            <a:t>Ethics</a:t>
          </a:r>
        </a:p>
      </dsp:txBody>
      <dsp:txXfrm rot="10800000">
        <a:off x="0" y="2719586"/>
        <a:ext cx="5257800" cy="1631751"/>
      </dsp:txXfrm>
    </dsp:sp>
    <dsp:sp modelId="{7D973EF0-AAA5-40F7-B257-BBAE93A03942}">
      <dsp:nvSpPr>
        <dsp:cNvPr id="0" name=""/>
        <dsp:cNvSpPr/>
      </dsp:nvSpPr>
      <dsp:spPr>
        <a:xfrm rot="5400000">
          <a:off x="6798865" y="634603"/>
          <a:ext cx="2175669" cy="52578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0" tIns="320040" rIns="320040" bIns="32004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500" kern="1200" dirty="0"/>
            <a:t>Judgement</a:t>
          </a:r>
        </a:p>
      </dsp:txBody>
      <dsp:txXfrm rot="-5400000">
        <a:off x="5257800" y="2719586"/>
        <a:ext cx="5257800" cy="1631751"/>
      </dsp:txXfrm>
    </dsp:sp>
    <dsp:sp modelId="{7DA23152-89A6-422D-BBE0-8F21ED615A10}">
      <dsp:nvSpPr>
        <dsp:cNvPr id="0" name=""/>
        <dsp:cNvSpPr/>
      </dsp:nvSpPr>
      <dsp:spPr>
        <a:xfrm>
          <a:off x="3680460" y="1631751"/>
          <a:ext cx="3154680" cy="1087834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500" kern="1200" dirty="0"/>
            <a:t>Cost</a:t>
          </a:r>
        </a:p>
      </dsp:txBody>
      <dsp:txXfrm>
        <a:off x="3733564" y="1684855"/>
        <a:ext cx="3048472" cy="9816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41C7C6-E9E7-4805-BB04-319CAA1404C2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ED77B-94BA-424D-B530-D509FB1D7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34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Get participants to help you answers this, get their takes on what AI 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ED77B-94BA-424D-B530-D509FB1D75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4833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Talk about data training and how this is prevalent in consumer models but how copilot etc is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ED77B-94BA-424D-B530-D509FB1D757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644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Focus in on this concept and get people to think of times they’ve used it and not verified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ED77B-94BA-424D-B530-D509FB1D757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533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</a:t>
            </a:r>
            <a:r>
              <a:rPr lang="en-GB" dirty="0" err="1"/>
              <a:t>uni</a:t>
            </a:r>
            <a:r>
              <a:rPr lang="en-GB" dirty="0"/>
              <a:t> regs as well as moral conduct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ED77B-94BA-424D-B530-D509FB1D757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08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these don’t make AI better they just give the user a leg up on how to use it well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ED77B-94BA-424D-B530-D509FB1D757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751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Reiterate that prompting doesn’t make AI better but allows the user to make the most of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ED77B-94BA-424D-B530-D509FB1D757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357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how the training works and how novel solutions will never come up as this is filtered off as noise, ask people for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ED77B-94BA-424D-B530-D509FB1D757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086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Imagine your lecturers as PTs, they can tell you what to do and by doing it you gain knowledge</a:t>
            </a:r>
          </a:p>
          <a:p>
            <a:r>
              <a:rPr lang="en-GB" dirty="0"/>
              <a:t>By getting a robot to lift those weights, no one wins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ED77B-94BA-424D-B530-D509FB1D757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330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ED77B-94BA-424D-B530-D509FB1D757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0511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Talk through misconceptions about AI, get people to give anecdotes and allow time </a:t>
            </a:r>
            <a:r>
              <a:rPr lang="en-GB"/>
              <a:t>for questions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ED77B-94BA-424D-B530-D509FB1D757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270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A0E9B-D28D-C132-BDBD-E3EC2E908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541FD-4A00-E3F9-D681-8915ECD4D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CF700-29B7-FF3A-00B7-664994149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D7A0B-C19B-4F7E-9E4A-D232EEB356DF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A7025-E363-1835-CA3F-18D7B483C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E5EF0-AD1D-8EAB-9227-D1C7A17C9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2186-B548-41E6-BC3D-76F807713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707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D7C01-48C4-E4E1-C418-BBA8E6C9D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B5500-B011-C83B-A2AC-68258BF35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14090-91E9-3D8D-82C7-227CEB795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D7A0B-C19B-4F7E-9E4A-D232EEB356DF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52A04-BC0B-1043-0A95-38FB1C4C2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B6C18-176B-204B-1979-D7FD36DD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2186-B548-41E6-BC3D-76F807713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657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60C3-CCF4-4CF2-005A-ECC69C651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6B1B1-CF04-D850-C106-DA94FC32E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0138B-0BF0-387D-C7CC-25FB803AB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D7A0B-C19B-4F7E-9E4A-D232EEB356DF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9DFFE-1791-E3DD-8A37-7C447C8EA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ED1DD-2A12-D299-A943-DFD2EA3D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2186-B548-41E6-BC3D-76F807713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2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BAF3D-DEDC-F660-5F9C-D4BC479A6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8A4A0-5269-427A-ABD5-EE520A4FD5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BB775-3C24-F684-8C39-8E7C65D52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BC186-16C5-F4F1-1918-C3D1FDA6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D7A0B-C19B-4F7E-9E4A-D232EEB356DF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75826-0645-8960-A871-523D8E8C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71722-E26C-6459-40EC-6A33DF74F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2186-B548-41E6-BC3D-76F807713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883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EC6A-A268-9A65-0EC1-24569C203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865CF-71A4-7353-1B31-009A6E022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777D75-DE4F-D538-0BED-BF20769B7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F428D-FAD5-2845-820F-5DB804C9C3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12F31-E3B4-66AB-EECB-2ED92495E2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C44413-53C5-DB29-4E35-5A73A54C2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D7A0B-C19B-4F7E-9E4A-D232EEB356DF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B23DC-692E-65B2-DE54-C82DD694C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EA1B3C-EF45-37EE-EC6C-2F1C7D7D8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2186-B548-41E6-BC3D-76F807713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155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103E0-B015-85CE-B4CF-D239AEDCF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A96102-B0CB-8CCC-3D0D-0C0270A71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D7A0B-C19B-4F7E-9E4A-D232EEB356DF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BD052-D091-CC73-B3C8-70AA51D07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8721C-D9B1-6081-8D8B-66D73A872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2186-B548-41E6-BC3D-76F807713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9085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8BB0AD-BE17-221D-3E83-384005018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D7A0B-C19B-4F7E-9E4A-D232EEB356DF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04B46D-211F-B01A-B3AB-72036700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B3365-4C72-75E7-1C8E-C07B4AC3B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2186-B548-41E6-BC3D-76F807713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6348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4FC3A-1947-ABBD-0115-13B7E4D2E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5CB5B-6D21-9AC8-279E-06B5C5A3C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269F1-A458-4CA4-4EE8-F5EAFADC4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845E8-D67F-2DE8-5459-C572193B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D7A0B-C19B-4F7E-9E4A-D232EEB356DF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B7742-02DD-8D8E-9420-325CA115E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E8186-B488-9518-651B-45A7F3939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2186-B548-41E6-BC3D-76F807713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22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B035-3676-2FC2-E27C-166E2DA8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3ECA4-78E2-A6AB-B690-051FCE0F3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2070B-1C99-7641-BA16-9E4C97F4E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8C517-58A0-B22C-865B-D7ABCE5E6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D7A0B-C19B-4F7E-9E4A-D232EEB356DF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76D1E-692B-5EA0-C13A-4211C3AFB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1B000-D490-AB44-12F9-E4FD2E98B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2186-B548-41E6-BC3D-76F807713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707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B2120-83A4-7776-D9A4-599C75C11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45C11-A88C-A7BF-3CF9-9466F4394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62873-5565-B0D0-407E-4680B2E49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D7A0B-C19B-4F7E-9E4A-D232EEB356DF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F8E91-8209-1DF1-5748-C541DE3D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20559-6890-06CA-99A1-286226029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2186-B548-41E6-BC3D-76F807713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729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E4D8D6-9E97-CE71-45DA-8CD09887F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A8551-FCBB-FB86-3287-ABDCDB240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2452F-3E85-EC3F-E9BB-B122E0DB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D7A0B-C19B-4F7E-9E4A-D232EEB356DF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E46B5-A351-7EF7-1C04-019381442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58EA7-938A-E7EF-0A3C-CE154B469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82186-B548-41E6-BC3D-76F807713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712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F11B6C-36A3-F7EF-FE47-5C56DE215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EC020-25B9-159C-145E-6C7E8EC9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77F6F-1332-4800-9BE7-42D16B864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4D7A0B-C19B-4F7E-9E4A-D232EEB356DF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F1569-E5D4-9C26-9DC3-EBE6D13A9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5736A-D0A0-97E5-F49F-F588632E2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2186-B548-41E6-BC3D-76F807713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14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FB470-9963-11BC-EA36-A3FA8982E1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Engineering your GenAI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435E3-E848-9648-6729-DB51D59ACD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Best practices, ethics and safety guardrails for engineers</a:t>
            </a:r>
          </a:p>
        </p:txBody>
      </p:sp>
    </p:spTree>
    <p:extLst>
      <p:ext uri="{BB962C8B-B14F-4D97-AF65-F5344CB8AC3E}">
        <p14:creationId xmlns:p14="http://schemas.microsoft.com/office/powerpoint/2010/main" val="702224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50478-0E5F-905F-A110-BA925ED2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GenAI anyway?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9F4D0-65D9-8C40-950C-CA192D563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GB" dirty="0"/>
              <a:t>It’s a probability engine not a dictionary</a:t>
            </a:r>
          </a:p>
          <a:p>
            <a:r>
              <a:rPr lang="en-GB" dirty="0"/>
              <a:t>Generative Large Language Models (LLMs) do not "think," nor do they search database indexes like traditional search engines.</a:t>
            </a:r>
          </a:p>
          <a:p>
            <a:r>
              <a:rPr lang="en-GB" dirty="0"/>
              <a:t>Instead, they analyse vast pattern structures from training corpuses to predict the most likely next word (or "token") in a sequence based on your input.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4218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BFC52-CD36-CB2A-BD1C-FD3CF03E6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Privacy and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F8472-B24E-201D-F673-4C3E6B189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using consumer models (like free ChatGPT), any proprietary code, coursework, or data you input can be scraped, stored, and utilized to train future iterations of the model.</a:t>
            </a:r>
          </a:p>
          <a:p>
            <a:r>
              <a:rPr lang="en-GB" dirty="0"/>
              <a:t>However, when using your Copilot subscription provided by the University, your prompts are not stored or used to train future models.</a:t>
            </a:r>
          </a:p>
        </p:txBody>
      </p:sp>
    </p:spTree>
    <p:extLst>
      <p:ext uri="{BB962C8B-B14F-4D97-AF65-F5344CB8AC3E}">
        <p14:creationId xmlns:p14="http://schemas.microsoft.com/office/powerpoint/2010/main" val="2388503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9B25C-4656-F291-B7DA-9435CF182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“Never use it tired”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93AC6-0AFE-D76F-3D6C-2B1C60CE9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1690688"/>
            <a:ext cx="10646229" cy="4351338"/>
          </a:xfrm>
        </p:spPr>
        <p:txBody>
          <a:bodyPr/>
          <a:lstStyle/>
          <a:p>
            <a:r>
              <a:rPr lang="en-GB" dirty="0"/>
              <a:t>The Overconfident Junior Engineer</a:t>
            </a:r>
          </a:p>
          <a:p>
            <a:r>
              <a:rPr lang="en-GB" dirty="0"/>
              <a:t>Picture an indefatigably energetic junior engineer who draws up structural plans without doubt, whether his figures are superb or made up entirely.</a:t>
            </a:r>
          </a:p>
          <a:p>
            <a:r>
              <a:rPr lang="en-GB" dirty="0"/>
              <a:t>If you are too exhausted to notice a flaw in either your programming or mathematical reasoning, you do not want to rely on GenAI to do your work for you.</a:t>
            </a:r>
          </a:p>
        </p:txBody>
      </p:sp>
    </p:spTree>
    <p:extLst>
      <p:ext uri="{BB962C8B-B14F-4D97-AF65-F5344CB8AC3E}">
        <p14:creationId xmlns:p14="http://schemas.microsoft.com/office/powerpoint/2010/main" val="1893506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CF7B-C2FA-3EA2-80D9-3CCB7A48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Academic Responsibility and 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A68F1-E023-84EE-D62E-F08A07863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Never claim something is yours if it isn’t</a:t>
            </a:r>
          </a:p>
          <a:p>
            <a:r>
              <a:rPr lang="en-GB" dirty="0"/>
              <a:t>Use it wisely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A3745C-7C75-132C-2407-71D904CEC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828228"/>
              </p:ext>
            </p:extLst>
          </p:nvPr>
        </p:nvGraphicFramePr>
        <p:xfrm>
          <a:off x="838200" y="3074194"/>
          <a:ext cx="1051560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9216258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532899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837344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Permitted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Prohibited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45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Debugging syntax and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Copying full scripts from 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058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Lab report summaries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Formatting data structure, refining grammar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Let AI synthesize conclusions/analyses of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238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Literature 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Finding relevant key works and summarizing broad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Generating or using fabricated citations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13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Mathematical derivations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Explaining theorem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Having AI solve graded homework sheets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347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2498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8F39-8B41-5549-F5FA-E64494706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formulation strategies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CBED38-A242-784A-3C67-988870201A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57156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262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9F8A8-7703-12AF-6922-3F2AEACEB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Prompting: Context and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6330EB-1774-A9D1-C129-E44062FB62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97253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8228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4961A-8526-2ACF-8AD1-483582CB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Algorithmic Bias &amp; Data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AF727-BFE7-9B3C-1D9F-7DC00E023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biases in the data used to train an AI system will be reproduced by it.</a:t>
            </a:r>
          </a:p>
          <a:p>
            <a:r>
              <a:rPr lang="en-GB" dirty="0"/>
              <a:t>An excess focus on datasets from the Global North may neglect the engineering principles specific to other geographic locales.</a:t>
            </a:r>
          </a:p>
          <a:p>
            <a:r>
              <a:rPr lang="en-GB" dirty="0"/>
              <a:t>Technical knowledge such as legacy code or unique building materials becomes "background noise."</a:t>
            </a:r>
          </a:p>
          <a:p>
            <a:r>
              <a:rPr lang="en-GB" dirty="0"/>
              <a:t>Engineering innovations that seem statistically unlikely are overlooked.</a:t>
            </a:r>
          </a:p>
        </p:txBody>
      </p:sp>
    </p:spTree>
    <p:extLst>
      <p:ext uri="{BB962C8B-B14F-4D97-AF65-F5344CB8AC3E}">
        <p14:creationId xmlns:p14="http://schemas.microsoft.com/office/powerpoint/2010/main" val="1514063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1260D-C350-AF9F-7272-88F3BA917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Human Judgement 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C49BC-FD84-4B93-4167-59F459A34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 decisions just can’t be done with AI</a:t>
            </a:r>
          </a:p>
          <a:p>
            <a:endParaRPr lang="en-GB" dirty="0"/>
          </a:p>
        </p:txBody>
      </p:sp>
      <p:pic>
        <p:nvPicPr>
          <p:cNvPr id="3" name="Picture 2" descr="Fitness Robot Showcases Strength with a Barbell Lift in a Modern Gym.  Generative AI Stock Illustration - Illustration of weights, barbell:  369233646">
            <a:extLst>
              <a:ext uri="{FF2B5EF4-FFF2-40B4-BE49-F238E27FC236}">
                <a16:creationId xmlns:a16="http://schemas.microsoft.com/office/drawing/2014/main" id="{133B213B-5757-14DB-70E2-B6F1AF1FB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591970"/>
            <a:ext cx="5617030" cy="374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65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948E8-2237-721E-F474-CB46B0264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balance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94ED5C-F035-57C9-F76A-8F69D569A4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81904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94827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A15E4-ABC5-52BA-D8B2-90DEB3D0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AI ethical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33C7-B6E2-07EB-99F8-954AFF916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Principle I - Verification</a:t>
            </a:r>
          </a:p>
          <a:p>
            <a:r>
              <a:rPr lang="en-GB" sz="4400" dirty="0"/>
              <a:t>Principle II - Traceability</a:t>
            </a:r>
          </a:p>
          <a:p>
            <a:r>
              <a:rPr lang="en-GB" sz="4400" dirty="0"/>
              <a:t>Principle III - Ultimate Liability</a:t>
            </a:r>
          </a:p>
          <a:p>
            <a:r>
              <a:rPr lang="en-GB" sz="4400" dirty="0"/>
              <a:t>Principle IV - Boundary clarity</a:t>
            </a:r>
          </a:p>
          <a:p>
            <a:r>
              <a:rPr lang="en-GB" sz="4400" dirty="0"/>
              <a:t>Principle V - Stewardship</a:t>
            </a:r>
          </a:p>
        </p:txBody>
      </p:sp>
    </p:spTree>
    <p:extLst>
      <p:ext uri="{BB962C8B-B14F-4D97-AF65-F5344CB8AC3E}">
        <p14:creationId xmlns:p14="http://schemas.microsoft.com/office/powerpoint/2010/main" val="1176357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80F1-6DF2-8589-D0BA-2A06E0C9F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Sustainability flop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4BC51-A800-1BDB-FFEA-5F1009FA6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Emissions</a:t>
            </a:r>
          </a:p>
          <a:p>
            <a:r>
              <a:rPr lang="en-GB" dirty="0"/>
              <a:t>Grid dependency and power requirements</a:t>
            </a:r>
          </a:p>
          <a:p>
            <a:r>
              <a:rPr lang="en-GB" dirty="0"/>
              <a:t>The cooling strain on bodies of water</a:t>
            </a:r>
          </a:p>
          <a:p>
            <a:r>
              <a:rPr lang="en-GB" dirty="0"/>
              <a:t>The sound and biodiversity impact of datacentres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1751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C87F608-ADAC-43B4-3926-A4C6A4E2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9DE73A-1619-9F70-8381-2739050F6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319522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15107</TotalTime>
  <Words>800</Words>
  <Application>Microsoft Office PowerPoint</Application>
  <PresentationFormat>Widescreen</PresentationFormat>
  <Paragraphs>89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Engineering your GenAI Assistant</vt:lpstr>
      <vt:lpstr>What is GenAI anyway?</vt:lpstr>
      <vt:lpstr>Data Privacy and Protection</vt:lpstr>
      <vt:lpstr>“Never use it tired”</vt:lpstr>
      <vt:lpstr>Academic Responsibility and Conduct</vt:lpstr>
      <vt:lpstr>Research formulation strategies</vt:lpstr>
      <vt:lpstr>Prompting: Context and Structure</vt:lpstr>
      <vt:lpstr>Algorithmic Bias &amp; Data Gaps</vt:lpstr>
      <vt:lpstr>The Human Judgement Line</vt:lpstr>
      <vt:lpstr>What to balance</vt:lpstr>
      <vt:lpstr>An AI ethical framework</vt:lpstr>
      <vt:lpstr>Sustainability flop of AI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Frusher (jf7g23)</dc:creator>
  <cp:lastModifiedBy>Jacob Frusher (jf7g23)</cp:lastModifiedBy>
  <cp:revision>1</cp:revision>
  <dcterms:created xsi:type="dcterms:W3CDTF">2026-06-09T09:51:05Z</dcterms:created>
  <dcterms:modified xsi:type="dcterms:W3CDTF">2026-06-24T13:10:53Z</dcterms:modified>
</cp:coreProperties>
</file>